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10287000" cx="18288000"/>
  <p:notesSz cx="6858000" cy="9144000"/>
  <p:embeddedFontLst>
    <p:embeddedFont>
      <p:font typeface="DM Sans Black"/>
      <p:bold r:id="rId23"/>
      <p:boldItalic r:id="rId24"/>
    </p:embeddedFont>
    <p:embeddedFont>
      <p:font typeface="DM Sans"/>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9" roundtripDataSignature="AMtx7mggeAQQEu2/BJ7zpSYtymUo+l2TY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D3F7B4B-66F0-4F59-A0D9-4DB72CCBAB3D}">
  <a:tblStyle styleId="{7D3F7B4B-66F0-4F59-A0D9-4DB72CCBAB3D}" styleName="Table_0">
    <a:wholeTbl>
      <a:tcTxStyle>
        <a:font>
          <a:latin typeface="Arial"/>
          <a:ea typeface="Arial"/>
          <a:cs typeface="Arial"/>
        </a:font>
        <a:srgbClr val="000000"/>
      </a:tcTxStyle>
      <a:tcStyle>
        <a:tcBdr>
          <a:left>
            <a:ln cap="flat" cmpd="sng">
              <a:solidFill>
                <a:srgbClr val="000000"/>
              </a:solidFill>
              <a:prstDash val="solid"/>
              <a:round/>
              <a:headEnd len="sm" w="sm" type="none"/>
              <a:tailEnd len="sm" w="sm" type="none"/>
            </a:ln>
          </a:left>
          <a:right>
            <a:ln cap="flat" cmpd="sng">
              <a:solidFill>
                <a:srgbClr val="000000"/>
              </a:solidFill>
              <a:prstDash val="solid"/>
              <a:round/>
              <a:headEnd len="sm" w="sm" type="none"/>
              <a:tailEnd len="sm" w="sm" type="none"/>
            </a:ln>
          </a:right>
          <a:top>
            <a:ln cap="flat" cmpd="sng">
              <a:solidFill>
                <a:srgbClr val="000000"/>
              </a:solidFill>
              <a:prstDash val="solid"/>
              <a:round/>
              <a:headEnd len="sm" w="sm" type="none"/>
              <a:tailEnd len="sm" w="sm" type="none"/>
            </a:ln>
          </a:top>
          <a:bottom>
            <a:ln cap="flat" cmpd="sng">
              <a:solidFill>
                <a:srgbClr val="000000"/>
              </a:solidFill>
              <a:prstDash val="solid"/>
              <a:round/>
              <a:headEnd len="sm" w="sm" type="none"/>
              <a:tailEnd len="sm" w="sm" type="none"/>
            </a:ln>
          </a:bottom>
          <a:insideH>
            <a:ln cap="flat" cmpd="sng">
              <a:solidFill>
                <a:srgbClr val="000000"/>
              </a:solidFill>
              <a:prstDash val="solid"/>
              <a:round/>
              <a:headEnd len="sm" w="sm" type="none"/>
              <a:tailEnd len="sm" w="sm" type="none"/>
            </a:ln>
          </a:insideH>
          <a:insideV>
            <a:ln cap="flat" cmpd="sng">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DMSansBlack-boldItalic.fntdata"/><Relationship Id="rId23" Type="http://schemas.openxmlformats.org/officeDocument/2006/relationships/font" Target="fonts/DMSansBlack-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DMSans-bold.fntdata"/><Relationship Id="rId25" Type="http://schemas.openxmlformats.org/officeDocument/2006/relationships/font" Target="fonts/DMSans-regular.fntdata"/><Relationship Id="rId28" Type="http://schemas.openxmlformats.org/officeDocument/2006/relationships/font" Target="fonts/DMSans-boldItalic.fntdata"/><Relationship Id="rId27" Type="http://schemas.openxmlformats.org/officeDocument/2006/relationships/font" Target="fonts/DMSans-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customschemas.google.com/relationships/presentationmetadata" Target="metadata"/><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ec4c662846_0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g3ec4c662846_0_18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ec4c662846_0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g3ec4c662846_0_20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ec4c662846_0_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g3ec4c662846_0_24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ec4c662846_0_3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g3ec4c662846_0_3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ec4c662846_0_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g3ec4c662846_0_27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ec6d24bafc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g3ec6d24bafc_0_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ec4c662846_0_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g3ec4c662846_0_28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ec4c662846_0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g3ec4c662846_0_2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ec4c662846_0_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g3ec4c662846_0_26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ec6d24bafc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g3ec6d24bafc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ec4c662846_0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g3ec4c662846_0_2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ec4c662846_0_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g3ec4c662846_0_27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ec4c662846_0_2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g3ec4c662846_0_29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3"/>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3"/>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3"/>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4"/>
          <p:cNvSpPr txBox="1"/>
          <p:nvPr>
            <p:ph type="ctrTitle"/>
          </p:nvPr>
        </p:nvSpPr>
        <p:spPr>
          <a:xfrm>
            <a:off x="685800" y="2130425"/>
            <a:ext cx="7772400" cy="1470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4"/>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4"/>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4"/>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4"/>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5"/>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5"/>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5"/>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5"/>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6"/>
          <p:cNvSpPr txBox="1"/>
          <p:nvPr>
            <p:ph type="title"/>
          </p:nvPr>
        </p:nvSpPr>
        <p:spPr>
          <a:xfrm>
            <a:off x="722313" y="4406900"/>
            <a:ext cx="7772400" cy="13620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6"/>
          <p:cNvSpPr txBox="1"/>
          <p:nvPr>
            <p:ph idx="1" type="body"/>
          </p:nvPr>
        </p:nvSpPr>
        <p:spPr>
          <a:xfrm>
            <a:off x="722313" y="2906713"/>
            <a:ext cx="7772400" cy="1500300"/>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16"/>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6"/>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6"/>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7"/>
          <p:cNvSpPr txBox="1"/>
          <p:nvPr>
            <p:ph idx="1" type="body"/>
          </p:nvPr>
        </p:nvSpPr>
        <p:spPr>
          <a:xfrm>
            <a:off x="457200" y="1600200"/>
            <a:ext cx="4038600" cy="4526100"/>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17"/>
          <p:cNvSpPr txBox="1"/>
          <p:nvPr>
            <p:ph idx="2" type="body"/>
          </p:nvPr>
        </p:nvSpPr>
        <p:spPr>
          <a:xfrm>
            <a:off x="4648200" y="1600200"/>
            <a:ext cx="4038600" cy="4526100"/>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17"/>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7"/>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7"/>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8"/>
          <p:cNvSpPr txBox="1"/>
          <p:nvPr>
            <p:ph idx="1" type="body"/>
          </p:nvPr>
        </p:nvSpPr>
        <p:spPr>
          <a:xfrm>
            <a:off x="457200" y="1535113"/>
            <a:ext cx="4040100" cy="639900"/>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18"/>
          <p:cNvSpPr txBox="1"/>
          <p:nvPr>
            <p:ph idx="2" type="body"/>
          </p:nvPr>
        </p:nvSpPr>
        <p:spPr>
          <a:xfrm>
            <a:off x="457200" y="2174875"/>
            <a:ext cx="4040100" cy="3951300"/>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18"/>
          <p:cNvSpPr txBox="1"/>
          <p:nvPr>
            <p:ph idx="3" type="body"/>
          </p:nvPr>
        </p:nvSpPr>
        <p:spPr>
          <a:xfrm>
            <a:off x="4645025" y="1535113"/>
            <a:ext cx="4041900" cy="639900"/>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18"/>
          <p:cNvSpPr txBox="1"/>
          <p:nvPr>
            <p:ph idx="4" type="body"/>
          </p:nvPr>
        </p:nvSpPr>
        <p:spPr>
          <a:xfrm>
            <a:off x="4645025" y="2174875"/>
            <a:ext cx="4041900" cy="3951300"/>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18"/>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8"/>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8"/>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9"/>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9"/>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9"/>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0"/>
          <p:cNvSpPr txBox="1"/>
          <p:nvPr>
            <p:ph type="title"/>
          </p:nvPr>
        </p:nvSpPr>
        <p:spPr>
          <a:xfrm>
            <a:off x="457200" y="273050"/>
            <a:ext cx="3008400" cy="11622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0"/>
          <p:cNvSpPr txBox="1"/>
          <p:nvPr>
            <p:ph idx="1" type="body"/>
          </p:nvPr>
        </p:nvSpPr>
        <p:spPr>
          <a:xfrm>
            <a:off x="3575050" y="273050"/>
            <a:ext cx="5111700" cy="5853000"/>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0"/>
          <p:cNvSpPr txBox="1"/>
          <p:nvPr>
            <p:ph idx="2" type="body"/>
          </p:nvPr>
        </p:nvSpPr>
        <p:spPr>
          <a:xfrm>
            <a:off x="457200" y="1435100"/>
            <a:ext cx="3008400" cy="4691100"/>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0"/>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0"/>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0"/>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1"/>
          <p:cNvSpPr txBox="1"/>
          <p:nvPr>
            <p:ph type="title"/>
          </p:nvPr>
        </p:nvSpPr>
        <p:spPr>
          <a:xfrm>
            <a:off x="1792288" y="4800600"/>
            <a:ext cx="5486400" cy="5667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1"/>
          <p:cNvSpPr/>
          <p:nvPr>
            <p:ph idx="2" type="pic"/>
          </p:nvPr>
        </p:nvSpPr>
        <p:spPr>
          <a:xfrm>
            <a:off x="1792288" y="612775"/>
            <a:ext cx="5486400" cy="4114800"/>
          </a:xfrm>
          <a:prstGeom prst="rect">
            <a:avLst/>
          </a:prstGeom>
          <a:noFill/>
          <a:ln>
            <a:noFill/>
          </a:ln>
        </p:spPr>
      </p:sp>
      <p:sp>
        <p:nvSpPr>
          <p:cNvPr id="64" name="Google Shape;64;p21"/>
          <p:cNvSpPr txBox="1"/>
          <p:nvPr>
            <p:ph idx="1" type="body"/>
          </p:nvPr>
        </p:nvSpPr>
        <p:spPr>
          <a:xfrm>
            <a:off x="1792288" y="5367338"/>
            <a:ext cx="5486400" cy="804900"/>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1"/>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1"/>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1"/>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2"/>
          <p:cNvSpPr txBox="1"/>
          <p:nvPr>
            <p:ph idx="1" type="body"/>
          </p:nvPr>
        </p:nvSpPr>
        <p:spPr>
          <a:xfrm rot="5400000">
            <a:off x="2308950" y="-251550"/>
            <a:ext cx="4526100"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2"/>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2"/>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2"/>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3"/>
          <p:cNvSpPr txBox="1"/>
          <p:nvPr>
            <p:ph type="title"/>
          </p:nvPr>
        </p:nvSpPr>
        <p:spPr>
          <a:xfrm rot="5400000">
            <a:off x="4732350" y="2171688"/>
            <a:ext cx="5851500"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3"/>
          <p:cNvSpPr txBox="1"/>
          <p:nvPr>
            <p:ph idx="1" type="body"/>
          </p:nvPr>
        </p:nvSpPr>
        <p:spPr>
          <a:xfrm rot="5400000">
            <a:off x="541350" y="190488"/>
            <a:ext cx="5851500"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3"/>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3"/>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3"/>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2"/>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lvl1pPr indent="-431800" lvl="0" marL="457200" marR="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2"/>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marR="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2"/>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marR="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2"/>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0" i="0" sz="1200" u="none" cap="none" strike="noStrike">
                <a:solidFill>
                  <a:srgbClr val="888888"/>
                </a:solidFill>
                <a:latin typeface="Calibri"/>
                <a:ea typeface="Calibri"/>
                <a:cs typeface="Calibri"/>
                <a:sym typeface="Calibri"/>
              </a:defRPr>
            </a:lvl1pPr>
            <a:lvl2pPr indent="0" lvl="1" marL="0" marR="0" algn="r">
              <a:spcBef>
                <a:spcPts val="0"/>
              </a:spcBef>
              <a:buNone/>
              <a:defRPr b="0" i="0" sz="1200" u="none" cap="none" strike="noStrike">
                <a:solidFill>
                  <a:srgbClr val="888888"/>
                </a:solidFill>
                <a:latin typeface="Calibri"/>
                <a:ea typeface="Calibri"/>
                <a:cs typeface="Calibri"/>
                <a:sym typeface="Calibri"/>
              </a:defRPr>
            </a:lvl2pPr>
            <a:lvl3pPr indent="0" lvl="2" marL="0" marR="0" algn="r">
              <a:spcBef>
                <a:spcPts val="0"/>
              </a:spcBef>
              <a:buNone/>
              <a:defRPr b="0" i="0" sz="1200" u="none" cap="none" strike="noStrike">
                <a:solidFill>
                  <a:srgbClr val="888888"/>
                </a:solidFill>
                <a:latin typeface="Calibri"/>
                <a:ea typeface="Calibri"/>
                <a:cs typeface="Calibri"/>
                <a:sym typeface="Calibri"/>
              </a:defRPr>
            </a:lvl3pPr>
            <a:lvl4pPr indent="0" lvl="3" marL="0" marR="0" algn="r">
              <a:spcBef>
                <a:spcPts val="0"/>
              </a:spcBef>
              <a:buNone/>
              <a:defRPr b="0" i="0" sz="1200" u="none" cap="none" strike="noStrike">
                <a:solidFill>
                  <a:srgbClr val="888888"/>
                </a:solidFill>
                <a:latin typeface="Calibri"/>
                <a:ea typeface="Calibri"/>
                <a:cs typeface="Calibri"/>
                <a:sym typeface="Calibri"/>
              </a:defRPr>
            </a:lvl4pPr>
            <a:lvl5pPr indent="0" lvl="4" marL="0" marR="0" algn="r">
              <a:spcBef>
                <a:spcPts val="0"/>
              </a:spcBef>
              <a:buNone/>
              <a:defRPr b="0" i="0" sz="1200" u="none" cap="none" strike="noStrike">
                <a:solidFill>
                  <a:srgbClr val="888888"/>
                </a:solidFill>
                <a:latin typeface="Calibri"/>
                <a:ea typeface="Calibri"/>
                <a:cs typeface="Calibri"/>
                <a:sym typeface="Calibri"/>
              </a:defRPr>
            </a:lvl5pPr>
            <a:lvl6pPr indent="0" lvl="5" marL="0" marR="0" algn="r">
              <a:spcBef>
                <a:spcPts val="0"/>
              </a:spcBef>
              <a:buNone/>
              <a:defRPr b="0" i="0" sz="1200" u="none" cap="none" strike="noStrike">
                <a:solidFill>
                  <a:srgbClr val="888888"/>
                </a:solidFill>
                <a:latin typeface="Calibri"/>
                <a:ea typeface="Calibri"/>
                <a:cs typeface="Calibri"/>
                <a:sym typeface="Calibri"/>
              </a:defRPr>
            </a:lvl6pPr>
            <a:lvl7pPr indent="0" lvl="6" marL="0" marR="0" algn="r">
              <a:spcBef>
                <a:spcPts val="0"/>
              </a:spcBef>
              <a:buNone/>
              <a:defRPr b="0" i="0" sz="1200" u="none" cap="none" strike="noStrike">
                <a:solidFill>
                  <a:srgbClr val="888888"/>
                </a:solidFill>
                <a:latin typeface="Calibri"/>
                <a:ea typeface="Calibri"/>
                <a:cs typeface="Calibri"/>
                <a:sym typeface="Calibri"/>
              </a:defRPr>
            </a:lvl7pPr>
            <a:lvl8pPr indent="0" lvl="7" marL="0" marR="0" algn="r">
              <a:spcBef>
                <a:spcPts val="0"/>
              </a:spcBef>
              <a:buNone/>
              <a:defRPr b="0" i="0" sz="1200" u="none" cap="none" strike="noStrike">
                <a:solidFill>
                  <a:srgbClr val="888888"/>
                </a:solidFill>
                <a:latin typeface="Calibri"/>
                <a:ea typeface="Calibri"/>
                <a:cs typeface="Calibri"/>
                <a:sym typeface="Calibri"/>
              </a:defRPr>
            </a:lvl8pPr>
            <a:lvl9pPr indent="0" lvl="8" marL="0" marR="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1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DD7EE"/>
        </a:solidFill>
      </p:bgPr>
    </p:bg>
    <p:spTree>
      <p:nvGrpSpPr>
        <p:cNvPr id="83" name="Shape 83"/>
        <p:cNvGrpSpPr/>
        <p:nvPr/>
      </p:nvGrpSpPr>
      <p:grpSpPr>
        <a:xfrm>
          <a:off x="0" y="0"/>
          <a:ext cx="0" cy="0"/>
          <a:chOff x="0" y="0"/>
          <a:chExt cx="0" cy="0"/>
        </a:xfrm>
      </p:grpSpPr>
      <p:sp>
        <p:nvSpPr>
          <p:cNvPr id="84" name="Google Shape;84;p1"/>
          <p:cNvSpPr/>
          <p:nvPr/>
        </p:nvSpPr>
        <p:spPr>
          <a:xfrm rot="-2321758">
            <a:off x="-5349480" y="820084"/>
            <a:ext cx="32327423" cy="8162674"/>
          </a:xfrm>
          <a:custGeom>
            <a:rect b="b" l="l" r="r" t="t"/>
            <a:pathLst>
              <a:path extrusionOk="0" h="8162674" w="32327423">
                <a:moveTo>
                  <a:pt x="0" y="0"/>
                </a:moveTo>
                <a:lnTo>
                  <a:pt x="32327423" y="0"/>
                </a:lnTo>
                <a:lnTo>
                  <a:pt x="32327423" y="8162675"/>
                </a:lnTo>
                <a:lnTo>
                  <a:pt x="0" y="8162675"/>
                </a:lnTo>
                <a:lnTo>
                  <a:pt x="0" y="0"/>
                </a:lnTo>
                <a:close/>
              </a:path>
            </a:pathLst>
          </a:custGeom>
          <a:blipFill rotWithShape="1">
            <a:blip r:embed="rId3">
              <a:alphaModFix/>
            </a:blip>
            <a:stretch>
              <a:fillRect b="0" l="0" r="0" t="0"/>
            </a:stretch>
          </a:blipFill>
          <a:ln>
            <a:noFill/>
          </a:ln>
        </p:spPr>
      </p:sp>
      <p:sp>
        <p:nvSpPr>
          <p:cNvPr id="85" name="Google Shape;85;p1"/>
          <p:cNvSpPr txBox="1"/>
          <p:nvPr/>
        </p:nvSpPr>
        <p:spPr>
          <a:xfrm>
            <a:off x="1123600" y="2305625"/>
            <a:ext cx="10972200" cy="2936700"/>
          </a:xfrm>
          <a:prstGeom prst="rect">
            <a:avLst/>
          </a:prstGeom>
          <a:noFill/>
          <a:ln>
            <a:noFill/>
          </a:ln>
        </p:spPr>
        <p:txBody>
          <a:bodyPr anchorCtr="0" anchor="t" bIns="0" lIns="0" spcFirstLastPara="1" rIns="0" wrap="square" tIns="0">
            <a:spAutoFit/>
          </a:bodyPr>
          <a:lstStyle/>
          <a:p>
            <a:pPr indent="0" lvl="0" marL="0" marR="0" rtl="0" algn="l">
              <a:lnSpc>
                <a:spcPct val="108987"/>
              </a:lnSpc>
              <a:spcBef>
                <a:spcPts val="0"/>
              </a:spcBef>
              <a:spcAft>
                <a:spcPts val="0"/>
              </a:spcAft>
              <a:buNone/>
            </a:pPr>
            <a:r>
              <a:rPr lang="en-US" sz="6000">
                <a:solidFill>
                  <a:schemeClr val="dk1"/>
                </a:solidFill>
                <a:latin typeface="DM Sans Black"/>
                <a:ea typeface="DM Sans Black"/>
                <a:cs typeface="DM Sans Black"/>
                <a:sym typeface="DM Sans Black"/>
              </a:rPr>
              <a:t>SISTEMA DE </a:t>
            </a:r>
            <a:r>
              <a:rPr i="0" lang="en-US" sz="6000" cap="none" strike="noStrike">
                <a:solidFill>
                  <a:schemeClr val="dk1"/>
                </a:solidFill>
                <a:latin typeface="DM Sans Black"/>
                <a:ea typeface="DM Sans Black"/>
                <a:cs typeface="DM Sans Black"/>
                <a:sym typeface="DM Sans Black"/>
              </a:rPr>
              <a:t>GESTIÓN </a:t>
            </a:r>
            <a:r>
              <a:rPr lang="en-US" sz="6000">
                <a:solidFill>
                  <a:schemeClr val="dk1"/>
                </a:solidFill>
                <a:latin typeface="DM Sans Black"/>
                <a:ea typeface="DM Sans Black"/>
                <a:cs typeface="DM Sans Black"/>
                <a:sym typeface="DM Sans Black"/>
              </a:rPr>
              <a:t>PARA</a:t>
            </a:r>
            <a:endParaRPr sz="6000">
              <a:solidFill>
                <a:schemeClr val="dk1"/>
              </a:solidFill>
              <a:latin typeface="DM Sans Black"/>
              <a:ea typeface="DM Sans Black"/>
              <a:cs typeface="DM Sans Black"/>
              <a:sym typeface="DM Sans Black"/>
            </a:endParaRPr>
          </a:p>
          <a:p>
            <a:pPr indent="0" lvl="0" marL="0" marR="0" rtl="0" algn="l">
              <a:lnSpc>
                <a:spcPct val="108987"/>
              </a:lnSpc>
              <a:spcBef>
                <a:spcPts val="0"/>
              </a:spcBef>
              <a:spcAft>
                <a:spcPts val="0"/>
              </a:spcAft>
              <a:buNone/>
            </a:pPr>
            <a:r>
              <a:rPr i="0" lang="en-US" sz="6000" cap="none" strike="noStrike">
                <a:solidFill>
                  <a:schemeClr val="dk1"/>
                </a:solidFill>
                <a:latin typeface="DM Sans Black"/>
                <a:ea typeface="DM Sans Black"/>
                <a:cs typeface="DM Sans Black"/>
                <a:sym typeface="DM Sans Black"/>
              </a:rPr>
              <a:t>MINIMARKET </a:t>
            </a:r>
            <a:r>
              <a:rPr lang="en-US" sz="6000">
                <a:solidFill>
                  <a:schemeClr val="dk1"/>
                </a:solidFill>
                <a:latin typeface="DM Sans Black"/>
                <a:ea typeface="DM Sans Black"/>
                <a:cs typeface="DM Sans Black"/>
                <a:sym typeface="DM Sans Black"/>
              </a:rPr>
              <a:t>Y </a:t>
            </a:r>
            <a:r>
              <a:rPr i="0" lang="en-US" sz="6000" cap="none" strike="noStrike">
                <a:solidFill>
                  <a:schemeClr val="dk1"/>
                </a:solidFill>
                <a:latin typeface="DM Sans Black"/>
                <a:ea typeface="DM Sans Black"/>
                <a:cs typeface="DM Sans Black"/>
                <a:sym typeface="DM Sans Black"/>
              </a:rPr>
              <a:t>PANADERÍA HUÁSCAR</a:t>
            </a:r>
            <a:endParaRPr sz="6000">
              <a:solidFill>
                <a:schemeClr val="dk1"/>
              </a:solidFill>
              <a:latin typeface="DM Sans Black"/>
              <a:ea typeface="DM Sans Black"/>
              <a:cs typeface="DM Sans Black"/>
              <a:sym typeface="DM Sans Black"/>
            </a:endParaRPr>
          </a:p>
        </p:txBody>
      </p:sp>
      <p:sp>
        <p:nvSpPr>
          <p:cNvPr id="86" name="Google Shape;86;p1"/>
          <p:cNvSpPr txBox="1"/>
          <p:nvPr/>
        </p:nvSpPr>
        <p:spPr>
          <a:xfrm>
            <a:off x="1123600" y="5580723"/>
            <a:ext cx="6247500" cy="3970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99" u="none" cap="none" strike="noStrike">
                <a:solidFill>
                  <a:srgbClr val="606060"/>
                </a:solidFill>
                <a:latin typeface="DM Sans"/>
                <a:ea typeface="DM Sans"/>
                <a:cs typeface="DM Sans"/>
                <a:sym typeface="DM Sans"/>
              </a:rPr>
              <a:t>Integrantes</a:t>
            </a:r>
            <a:endParaRPr b="1">
              <a:latin typeface="DM Sans"/>
              <a:ea typeface="DM Sans"/>
              <a:cs typeface="DM Sans"/>
              <a:sym typeface="DM Sans"/>
            </a:endParaRPr>
          </a:p>
          <a:p>
            <a:pPr indent="0" lvl="0" marL="0" rtl="0" algn="just">
              <a:spcBef>
                <a:spcPts val="0"/>
              </a:spcBef>
              <a:spcAft>
                <a:spcPts val="0"/>
              </a:spcAft>
              <a:buClr>
                <a:schemeClr val="dk1"/>
              </a:buClr>
              <a:buSzPts val="1100"/>
              <a:buFont typeface="Arial"/>
              <a:buNone/>
            </a:pPr>
            <a:r>
              <a:rPr b="1" lang="en-US" sz="2000">
                <a:solidFill>
                  <a:schemeClr val="dk1"/>
                </a:solidFill>
                <a:latin typeface="DM Sans"/>
                <a:ea typeface="DM Sans"/>
                <a:cs typeface="DM Sans"/>
                <a:sym typeface="DM Sans"/>
              </a:rPr>
              <a:t>Vicente Aravena Santa María</a:t>
            </a:r>
            <a:endParaRPr b="1" sz="2000">
              <a:solidFill>
                <a:schemeClr val="dk1"/>
              </a:solidFill>
              <a:latin typeface="DM Sans"/>
              <a:ea typeface="DM Sans"/>
              <a:cs typeface="DM Sans"/>
              <a:sym typeface="DM Sans"/>
            </a:endParaRPr>
          </a:p>
          <a:p>
            <a:pPr indent="0" lvl="0" marL="0" rtl="0" algn="just">
              <a:spcBef>
                <a:spcPts val="0"/>
              </a:spcBef>
              <a:spcAft>
                <a:spcPts val="0"/>
              </a:spcAft>
              <a:buClr>
                <a:schemeClr val="dk1"/>
              </a:buClr>
              <a:buSzPts val="1100"/>
              <a:buFont typeface="Arial"/>
              <a:buNone/>
            </a:pPr>
            <a:r>
              <a:rPr b="1" lang="en-US" sz="2000">
                <a:solidFill>
                  <a:schemeClr val="dk1"/>
                </a:solidFill>
                <a:latin typeface="DM Sans"/>
                <a:ea typeface="DM Sans"/>
                <a:cs typeface="DM Sans"/>
                <a:sym typeface="DM Sans"/>
              </a:rPr>
              <a:t>Clemente Carreño Becerra</a:t>
            </a:r>
            <a:endParaRPr b="1" sz="2000">
              <a:solidFill>
                <a:schemeClr val="dk1"/>
              </a:solidFill>
              <a:latin typeface="DM Sans"/>
              <a:ea typeface="DM Sans"/>
              <a:cs typeface="DM Sans"/>
              <a:sym typeface="DM Sans"/>
            </a:endParaRPr>
          </a:p>
          <a:p>
            <a:pPr indent="0" lvl="0" marL="0" rtl="0" algn="just">
              <a:spcBef>
                <a:spcPts val="0"/>
              </a:spcBef>
              <a:spcAft>
                <a:spcPts val="0"/>
              </a:spcAft>
              <a:buClr>
                <a:schemeClr val="dk1"/>
              </a:buClr>
              <a:buSzPts val="1100"/>
              <a:buFont typeface="Arial"/>
              <a:buNone/>
            </a:pPr>
            <a:r>
              <a:rPr b="1" lang="en-US" sz="2000">
                <a:solidFill>
                  <a:schemeClr val="dk1"/>
                </a:solidFill>
                <a:latin typeface="DM Sans"/>
                <a:ea typeface="DM Sans"/>
                <a:cs typeface="DM Sans"/>
                <a:sym typeface="DM Sans"/>
              </a:rPr>
              <a:t>Benjamín Huerta Mallea</a:t>
            </a:r>
            <a:endParaRPr b="1" sz="2000">
              <a:solidFill>
                <a:schemeClr val="dk1"/>
              </a:solidFill>
              <a:latin typeface="DM Sans"/>
              <a:ea typeface="DM Sans"/>
              <a:cs typeface="DM Sans"/>
              <a:sym typeface="DM Sans"/>
            </a:endParaRPr>
          </a:p>
          <a:p>
            <a:pPr indent="0" lvl="0" marL="0" rtl="0" algn="just">
              <a:spcBef>
                <a:spcPts val="0"/>
              </a:spcBef>
              <a:spcAft>
                <a:spcPts val="0"/>
              </a:spcAft>
              <a:buClr>
                <a:schemeClr val="dk1"/>
              </a:buClr>
              <a:buSzPts val="1100"/>
              <a:buFont typeface="Arial"/>
              <a:buNone/>
            </a:pPr>
            <a:r>
              <a:rPr b="1" lang="en-US" sz="2000">
                <a:solidFill>
                  <a:schemeClr val="dk1"/>
                </a:solidFill>
                <a:latin typeface="DM Sans"/>
                <a:ea typeface="DM Sans"/>
                <a:cs typeface="DM Sans"/>
                <a:sym typeface="DM Sans"/>
              </a:rPr>
              <a:t>Bastián Ibañez Martínez</a:t>
            </a:r>
            <a:endParaRPr b="1" sz="2000">
              <a:solidFill>
                <a:schemeClr val="dk1"/>
              </a:solidFill>
              <a:latin typeface="DM Sans"/>
              <a:ea typeface="DM Sans"/>
              <a:cs typeface="DM Sans"/>
              <a:sym typeface="DM Sans"/>
            </a:endParaRPr>
          </a:p>
          <a:p>
            <a:pPr indent="0" lvl="0" marL="0" rtl="0" algn="just">
              <a:spcBef>
                <a:spcPts val="0"/>
              </a:spcBef>
              <a:spcAft>
                <a:spcPts val="0"/>
              </a:spcAft>
              <a:buClr>
                <a:schemeClr val="dk1"/>
              </a:buClr>
              <a:buSzPts val="1100"/>
              <a:buFont typeface="Arial"/>
              <a:buNone/>
            </a:pPr>
            <a:r>
              <a:rPr b="1" lang="en-US" sz="2000">
                <a:solidFill>
                  <a:schemeClr val="dk1"/>
                </a:solidFill>
                <a:latin typeface="DM Sans"/>
                <a:ea typeface="DM Sans"/>
                <a:cs typeface="DM Sans"/>
                <a:sym typeface="DM Sans"/>
              </a:rPr>
              <a:t>Joao Morales Zavaleta</a:t>
            </a:r>
            <a:endParaRPr b="1" sz="2000">
              <a:solidFill>
                <a:schemeClr val="dk1"/>
              </a:solidFill>
              <a:latin typeface="DM Sans"/>
              <a:ea typeface="DM Sans"/>
              <a:cs typeface="DM Sans"/>
              <a:sym typeface="DM Sans"/>
            </a:endParaRPr>
          </a:p>
          <a:p>
            <a:pPr indent="0" lvl="0" marL="0" rtl="0" algn="just">
              <a:spcBef>
                <a:spcPts val="0"/>
              </a:spcBef>
              <a:spcAft>
                <a:spcPts val="0"/>
              </a:spcAft>
              <a:buClr>
                <a:schemeClr val="dk1"/>
              </a:buClr>
              <a:buSzPts val="1100"/>
              <a:buFont typeface="Arial"/>
              <a:buNone/>
            </a:pPr>
            <a:r>
              <a:rPr b="1" lang="en-US" sz="2000">
                <a:solidFill>
                  <a:schemeClr val="dk1"/>
                </a:solidFill>
                <a:latin typeface="DM Sans"/>
                <a:ea typeface="DM Sans"/>
                <a:cs typeface="DM Sans"/>
                <a:sym typeface="DM Sans"/>
              </a:rPr>
              <a:t>Renato Navarro Monje</a:t>
            </a:r>
            <a:endParaRPr b="1" sz="2000">
              <a:solidFill>
                <a:schemeClr val="dk1"/>
              </a:solidFill>
              <a:latin typeface="DM Sans"/>
              <a:ea typeface="DM Sans"/>
              <a:cs typeface="DM Sans"/>
              <a:sym typeface="DM Sans"/>
            </a:endParaRPr>
          </a:p>
          <a:p>
            <a:pPr indent="0" lvl="0" marL="0" rtl="0" algn="just">
              <a:spcBef>
                <a:spcPts val="0"/>
              </a:spcBef>
              <a:spcAft>
                <a:spcPts val="0"/>
              </a:spcAft>
              <a:buClr>
                <a:schemeClr val="dk1"/>
              </a:buClr>
              <a:buSzPts val="1100"/>
              <a:buFont typeface="Arial"/>
              <a:buNone/>
            </a:pPr>
            <a:r>
              <a:rPr b="1" lang="en-US" sz="2000">
                <a:solidFill>
                  <a:schemeClr val="dk1"/>
                </a:solidFill>
                <a:latin typeface="DM Sans"/>
                <a:ea typeface="DM Sans"/>
                <a:cs typeface="DM Sans"/>
                <a:sym typeface="DM Sans"/>
              </a:rPr>
              <a:t>Tomás Núñez Montagna</a:t>
            </a:r>
            <a:endParaRPr b="1" sz="2000">
              <a:solidFill>
                <a:schemeClr val="dk1"/>
              </a:solidFill>
              <a:latin typeface="DM Sans"/>
              <a:ea typeface="DM Sans"/>
              <a:cs typeface="DM Sans"/>
              <a:sym typeface="DM Sans"/>
            </a:endParaRPr>
          </a:p>
          <a:p>
            <a:pPr indent="0" lvl="0" marL="0" marR="0" rtl="0" algn="l">
              <a:lnSpc>
                <a:spcPct val="100000"/>
              </a:lnSpc>
              <a:spcBef>
                <a:spcPts val="0"/>
              </a:spcBef>
              <a:spcAft>
                <a:spcPts val="0"/>
              </a:spcAft>
              <a:buNone/>
            </a:pPr>
            <a:r>
              <a:t/>
            </a:r>
            <a:endParaRPr b="1" i="0" sz="2000" u="none" cap="none" strike="noStrike">
              <a:solidFill>
                <a:srgbClr val="000000"/>
              </a:solidFill>
              <a:latin typeface="DM Sans"/>
              <a:ea typeface="DM Sans"/>
              <a:cs typeface="DM Sans"/>
              <a:sym typeface="DM Sans"/>
            </a:endParaRPr>
          </a:p>
          <a:p>
            <a:pPr indent="0" lvl="0" marL="0" marR="0" rtl="0" algn="l">
              <a:lnSpc>
                <a:spcPct val="100000"/>
              </a:lnSpc>
              <a:spcBef>
                <a:spcPts val="0"/>
              </a:spcBef>
              <a:spcAft>
                <a:spcPts val="0"/>
              </a:spcAft>
              <a:buNone/>
            </a:pPr>
            <a:r>
              <a:rPr b="1" i="0" lang="en-US" sz="2199" u="none" cap="none" strike="noStrike">
                <a:solidFill>
                  <a:srgbClr val="606060"/>
                </a:solidFill>
                <a:latin typeface="DM Sans"/>
                <a:ea typeface="DM Sans"/>
                <a:cs typeface="DM Sans"/>
                <a:sym typeface="DM Sans"/>
              </a:rPr>
              <a:t>Profesor</a:t>
            </a:r>
            <a:endParaRPr b="1">
              <a:latin typeface="DM Sans"/>
              <a:ea typeface="DM Sans"/>
              <a:cs typeface="DM Sans"/>
              <a:sym typeface="DM Sans"/>
            </a:endParaRPr>
          </a:p>
          <a:p>
            <a:pPr indent="0" lvl="0" marL="0" marR="0" rtl="0" algn="l">
              <a:lnSpc>
                <a:spcPct val="100000"/>
              </a:lnSpc>
              <a:spcBef>
                <a:spcPts val="0"/>
              </a:spcBef>
              <a:spcAft>
                <a:spcPts val="0"/>
              </a:spcAft>
              <a:buNone/>
            </a:pPr>
            <a:r>
              <a:rPr b="1" lang="en-US" sz="2000">
                <a:latin typeface="DM Sans"/>
                <a:ea typeface="DM Sans"/>
                <a:cs typeface="DM Sans"/>
                <a:sym typeface="DM Sans"/>
              </a:rPr>
              <a:t>Paulo Quinsacara Jofré</a:t>
            </a:r>
            <a:endParaRPr b="1" i="0" sz="2000" u="none" cap="none" strike="noStrike">
              <a:solidFill>
                <a:srgbClr val="000000"/>
              </a:solidFill>
              <a:latin typeface="DM Sans"/>
              <a:ea typeface="DM Sans"/>
              <a:cs typeface="DM Sans"/>
              <a:sym typeface="DM Sans"/>
            </a:endParaRPr>
          </a:p>
          <a:p>
            <a:pPr indent="0" lvl="0" marL="0" marR="0" rtl="0" algn="l">
              <a:lnSpc>
                <a:spcPct val="100000"/>
              </a:lnSpc>
              <a:spcBef>
                <a:spcPts val="0"/>
              </a:spcBef>
              <a:spcAft>
                <a:spcPts val="0"/>
              </a:spcAft>
              <a:buNone/>
            </a:pPr>
            <a:r>
              <a:t/>
            </a:r>
            <a:endParaRPr b="1" sz="2000">
              <a:latin typeface="DM Sans"/>
              <a:ea typeface="DM Sans"/>
              <a:cs typeface="DM Sans"/>
              <a:sym typeface="DM Sans"/>
            </a:endParaRPr>
          </a:p>
          <a:p>
            <a:pPr indent="0" lvl="0" marL="0" marR="0" rtl="0" algn="l">
              <a:lnSpc>
                <a:spcPct val="140018"/>
              </a:lnSpc>
              <a:spcBef>
                <a:spcPts val="0"/>
              </a:spcBef>
              <a:spcAft>
                <a:spcPts val="0"/>
              </a:spcAft>
              <a:buNone/>
            </a:pPr>
            <a:r>
              <a:t/>
            </a:r>
            <a:endParaRPr b="1">
              <a:latin typeface="DM Sans"/>
              <a:ea typeface="DM Sans"/>
              <a:cs typeface="DM Sans"/>
              <a:sym typeface="DM Sans"/>
            </a:endParaRPr>
          </a:p>
        </p:txBody>
      </p:sp>
      <p:pic>
        <p:nvPicPr>
          <p:cNvPr id="87" name="Google Shape;87;p1" title="ChatGPT Image 16 jun 2026, 04_54_41 (1).png"/>
          <p:cNvPicPr preferRelativeResize="0"/>
          <p:nvPr/>
        </p:nvPicPr>
        <p:blipFill>
          <a:blip r:embed="rId4">
            <a:alphaModFix/>
          </a:blip>
          <a:stretch>
            <a:fillRect/>
          </a:stretch>
        </p:blipFill>
        <p:spPr>
          <a:xfrm>
            <a:off x="9603200" y="3429000"/>
            <a:ext cx="8684800" cy="6513600"/>
          </a:xfrm>
          <a:prstGeom prst="rect">
            <a:avLst/>
          </a:prstGeom>
          <a:noFill/>
          <a:ln>
            <a:noFill/>
          </a:ln>
          <a:effectLst>
            <a:outerShdw blurRad="757238" rotWithShape="0" algn="bl" dir="5400000" dist="352425">
              <a:srgbClr val="000000">
                <a:alpha val="38999"/>
              </a:srgbClr>
            </a:outerShdw>
          </a:effectLst>
        </p:spPr>
      </p:pic>
      <p:pic>
        <p:nvPicPr>
          <p:cNvPr id="88" name="Google Shape;88;p1" title="UNAB_horizontal.png"/>
          <p:cNvPicPr preferRelativeResize="0"/>
          <p:nvPr/>
        </p:nvPicPr>
        <p:blipFill>
          <a:blip r:embed="rId5">
            <a:alphaModFix/>
          </a:blip>
          <a:stretch>
            <a:fillRect/>
          </a:stretch>
        </p:blipFill>
        <p:spPr>
          <a:xfrm>
            <a:off x="166425" y="189175"/>
            <a:ext cx="4615199" cy="1541399"/>
          </a:xfrm>
          <a:prstGeom prst="rect">
            <a:avLst/>
          </a:prstGeom>
          <a:noFill/>
          <a:ln>
            <a:noFill/>
          </a:ln>
        </p:spPr>
      </p:pic>
      <p:sp>
        <p:nvSpPr>
          <p:cNvPr id="89" name="Google Shape;89;p1"/>
          <p:cNvSpPr txBox="1"/>
          <p:nvPr/>
        </p:nvSpPr>
        <p:spPr>
          <a:xfrm>
            <a:off x="1052975" y="1747700"/>
            <a:ext cx="11158800" cy="677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3200">
                <a:solidFill>
                  <a:schemeClr val="dk1"/>
                </a:solidFill>
                <a:latin typeface="DM Sans"/>
                <a:ea typeface="DM Sans"/>
                <a:cs typeface="DM Sans"/>
                <a:sym typeface="DM Sans"/>
              </a:rPr>
              <a:t>Grupo 6:</a:t>
            </a:r>
            <a:endParaRPr b="1" sz="3200">
              <a:solidFill>
                <a:schemeClr val="dk1"/>
              </a:solidFill>
              <a:latin typeface="DM Sans"/>
              <a:ea typeface="DM Sans"/>
              <a:cs typeface="DM Sans"/>
              <a:sym typeface="DM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DD7EE"/>
        </a:solidFill>
      </p:bgPr>
    </p:bg>
    <p:spTree>
      <p:nvGrpSpPr>
        <p:cNvPr id="93" name="Shape 93"/>
        <p:cNvGrpSpPr/>
        <p:nvPr/>
      </p:nvGrpSpPr>
      <p:grpSpPr>
        <a:xfrm>
          <a:off x="0" y="0"/>
          <a:ext cx="0" cy="0"/>
          <a:chOff x="0" y="0"/>
          <a:chExt cx="0" cy="0"/>
        </a:xfrm>
      </p:grpSpPr>
      <p:sp>
        <p:nvSpPr>
          <p:cNvPr id="94" name="Google Shape;94;p3"/>
          <p:cNvSpPr/>
          <p:nvPr/>
        </p:nvSpPr>
        <p:spPr>
          <a:xfrm flipH="1" rot="3509744">
            <a:off x="-12348600" y="-2269574"/>
            <a:ext cx="22536371" cy="8185034"/>
          </a:xfrm>
          <a:custGeom>
            <a:rect b="b" l="l" r="r" t="t"/>
            <a:pathLst>
              <a:path extrusionOk="0" h="8186006" w="22539048">
                <a:moveTo>
                  <a:pt x="22539048" y="0"/>
                </a:moveTo>
                <a:lnTo>
                  <a:pt x="0" y="0"/>
                </a:lnTo>
                <a:lnTo>
                  <a:pt x="0" y="8186006"/>
                </a:lnTo>
                <a:lnTo>
                  <a:pt x="22539048" y="8186006"/>
                </a:lnTo>
                <a:lnTo>
                  <a:pt x="22539048" y="0"/>
                </a:lnTo>
                <a:close/>
              </a:path>
            </a:pathLst>
          </a:custGeom>
          <a:blipFill rotWithShape="1">
            <a:blip r:embed="rId3">
              <a:alphaModFix/>
            </a:blip>
            <a:stretch>
              <a:fillRect b="0" l="0" r="0" t="0"/>
            </a:stretch>
          </a:blipFill>
          <a:ln>
            <a:noFill/>
          </a:ln>
        </p:spPr>
      </p:sp>
      <p:sp>
        <p:nvSpPr>
          <p:cNvPr id="95" name="Google Shape;95;p3"/>
          <p:cNvSpPr/>
          <p:nvPr/>
        </p:nvSpPr>
        <p:spPr>
          <a:xfrm rot="-2998448">
            <a:off x="7758840" y="638680"/>
            <a:ext cx="22516850" cy="8177944"/>
          </a:xfrm>
          <a:custGeom>
            <a:rect b="b" l="l" r="r" t="t"/>
            <a:pathLst>
              <a:path extrusionOk="0" h="8186006" w="22539048">
                <a:moveTo>
                  <a:pt x="22539048" y="0"/>
                </a:moveTo>
                <a:lnTo>
                  <a:pt x="0" y="0"/>
                </a:lnTo>
                <a:lnTo>
                  <a:pt x="0" y="8186006"/>
                </a:lnTo>
                <a:lnTo>
                  <a:pt x="22539048" y="8186006"/>
                </a:lnTo>
                <a:lnTo>
                  <a:pt x="22539048" y="0"/>
                </a:lnTo>
                <a:close/>
              </a:path>
            </a:pathLst>
          </a:custGeom>
          <a:blipFill rotWithShape="1">
            <a:blip r:embed="rId3">
              <a:alphaModFix/>
            </a:blip>
            <a:stretch>
              <a:fillRect b="0" l="0" r="0" t="0"/>
            </a:stretch>
          </a:blipFill>
          <a:ln>
            <a:noFill/>
          </a:ln>
        </p:spPr>
      </p:sp>
      <p:sp>
        <p:nvSpPr>
          <p:cNvPr id="96" name="Google Shape;96;p3"/>
          <p:cNvSpPr txBox="1"/>
          <p:nvPr/>
        </p:nvSpPr>
        <p:spPr>
          <a:xfrm>
            <a:off x="1010250" y="307100"/>
            <a:ext cx="16267500" cy="885600"/>
          </a:xfrm>
          <a:prstGeom prst="rect">
            <a:avLst/>
          </a:prstGeom>
          <a:noFill/>
          <a:ln>
            <a:noFill/>
          </a:ln>
        </p:spPr>
        <p:txBody>
          <a:bodyPr anchorCtr="0" anchor="t" bIns="0" lIns="0" spcFirstLastPara="1" rIns="0" wrap="square" tIns="0">
            <a:spAutoFit/>
          </a:bodyPr>
          <a:lstStyle/>
          <a:p>
            <a:pPr indent="0" lvl="0" marL="0" marR="0" rtl="0" algn="l">
              <a:lnSpc>
                <a:spcPct val="139990"/>
              </a:lnSpc>
              <a:spcBef>
                <a:spcPts val="0"/>
              </a:spcBef>
              <a:spcAft>
                <a:spcPts val="0"/>
              </a:spcAft>
              <a:buNone/>
            </a:pPr>
            <a:r>
              <a:rPr b="1" lang="en-US" sz="5754">
                <a:solidFill>
                  <a:schemeClr val="dk1"/>
                </a:solidFill>
                <a:latin typeface="DM Sans"/>
                <a:ea typeface="DM Sans"/>
                <a:cs typeface="DM Sans"/>
                <a:sym typeface="DM Sans"/>
              </a:rPr>
              <a:t>Índice de contenidos</a:t>
            </a:r>
            <a:endParaRPr b="1" sz="700">
              <a:solidFill>
                <a:schemeClr val="dk1"/>
              </a:solidFill>
              <a:latin typeface="DM Sans"/>
              <a:ea typeface="DM Sans"/>
              <a:cs typeface="DM Sans"/>
              <a:sym typeface="DM Sans"/>
            </a:endParaRPr>
          </a:p>
        </p:txBody>
      </p:sp>
      <p:sp>
        <p:nvSpPr>
          <p:cNvPr id="97" name="Google Shape;97;p3"/>
          <p:cNvSpPr/>
          <p:nvPr/>
        </p:nvSpPr>
        <p:spPr>
          <a:xfrm>
            <a:off x="1017450" y="1720275"/>
            <a:ext cx="9107700" cy="8392500"/>
          </a:xfrm>
          <a:prstGeom prst="roundRect">
            <a:avLst>
              <a:gd fmla="val 3636" name="adj"/>
            </a:avLst>
          </a:prstGeom>
          <a:solidFill>
            <a:srgbClr val="EAEBEC"/>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8" name="Google Shape;98;p3"/>
          <p:cNvSpPr txBox="1"/>
          <p:nvPr/>
        </p:nvSpPr>
        <p:spPr>
          <a:xfrm>
            <a:off x="1213050" y="1887374"/>
            <a:ext cx="8716500" cy="8071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US" sz="2800">
                <a:solidFill>
                  <a:schemeClr val="dk1"/>
                </a:solidFill>
                <a:latin typeface="DM Sans"/>
                <a:ea typeface="DM Sans"/>
                <a:cs typeface="DM Sans"/>
                <a:sym typeface="DM Sans"/>
              </a:rPr>
              <a:t>1. Contextualización: Problemática, Solución y Alcance del Incremento 1.</a:t>
            </a:r>
            <a:endParaRPr b="1" sz="2800">
              <a:solidFill>
                <a:schemeClr val="dk1"/>
              </a:solidFill>
              <a:latin typeface="DM Sans"/>
              <a:ea typeface="DM Sans"/>
              <a:cs typeface="DM Sans"/>
              <a:sym typeface="DM Sans"/>
            </a:endParaRPr>
          </a:p>
          <a:p>
            <a:pPr indent="0" lvl="0" marL="0" rtl="0" algn="l">
              <a:lnSpc>
                <a:spcPct val="115000"/>
              </a:lnSpc>
              <a:spcBef>
                <a:spcPts val="1200"/>
              </a:spcBef>
              <a:spcAft>
                <a:spcPts val="0"/>
              </a:spcAft>
              <a:buNone/>
            </a:pPr>
            <a:r>
              <a:rPr b="1" lang="en-US" sz="2800">
                <a:solidFill>
                  <a:schemeClr val="dk1"/>
                </a:solidFill>
                <a:latin typeface="DM Sans"/>
                <a:ea typeface="DM Sans"/>
                <a:cs typeface="DM Sans"/>
                <a:sym typeface="DM Sans"/>
              </a:rPr>
              <a:t>2. </a:t>
            </a:r>
            <a:r>
              <a:rPr b="1" lang="en-US" sz="2800">
                <a:solidFill>
                  <a:schemeClr val="dk1"/>
                </a:solidFill>
                <a:latin typeface="DM Sans"/>
                <a:ea typeface="DM Sans"/>
                <a:cs typeface="DM Sans"/>
                <a:sym typeface="DM Sans"/>
              </a:rPr>
              <a:t>Requerimiento</a:t>
            </a:r>
            <a:r>
              <a:rPr b="1" lang="en-US" sz="2800">
                <a:solidFill>
                  <a:schemeClr val="dk1"/>
                </a:solidFill>
                <a:latin typeface="DM Sans"/>
                <a:ea typeface="DM Sans"/>
                <a:cs typeface="DM Sans"/>
                <a:sym typeface="DM Sans"/>
              </a:rPr>
              <a:t> 1 - Caso de uso 01.</a:t>
            </a:r>
            <a:endParaRPr b="1" sz="2800">
              <a:solidFill>
                <a:schemeClr val="dk1"/>
              </a:solidFill>
              <a:latin typeface="DM Sans"/>
              <a:ea typeface="DM Sans"/>
              <a:cs typeface="DM Sans"/>
              <a:sym typeface="DM Sans"/>
            </a:endParaRPr>
          </a:p>
          <a:p>
            <a:pPr indent="0" lvl="0" marL="0" rtl="0" algn="l">
              <a:lnSpc>
                <a:spcPct val="115000"/>
              </a:lnSpc>
              <a:spcBef>
                <a:spcPts val="1200"/>
              </a:spcBef>
              <a:spcAft>
                <a:spcPts val="0"/>
              </a:spcAft>
              <a:buNone/>
            </a:pPr>
            <a:r>
              <a:rPr b="1" lang="en-US" sz="2800">
                <a:solidFill>
                  <a:schemeClr val="dk1"/>
                </a:solidFill>
                <a:latin typeface="DM Sans"/>
                <a:ea typeface="DM Sans"/>
                <a:cs typeface="DM Sans"/>
                <a:sym typeface="DM Sans"/>
              </a:rPr>
              <a:t>3. </a:t>
            </a:r>
            <a:r>
              <a:rPr b="1" lang="en-US" sz="2800">
                <a:solidFill>
                  <a:schemeClr val="dk1"/>
                </a:solidFill>
                <a:latin typeface="DM Sans"/>
                <a:ea typeface="DM Sans"/>
                <a:cs typeface="DM Sans"/>
                <a:sym typeface="DM Sans"/>
              </a:rPr>
              <a:t>Requerimiento 2 - </a:t>
            </a:r>
            <a:r>
              <a:rPr b="1" lang="en-US" sz="2800">
                <a:solidFill>
                  <a:schemeClr val="dk1"/>
                </a:solidFill>
                <a:latin typeface="DM Sans"/>
                <a:ea typeface="DM Sans"/>
                <a:cs typeface="DM Sans"/>
                <a:sym typeface="DM Sans"/>
              </a:rPr>
              <a:t>Caso de uso 03.</a:t>
            </a:r>
            <a:endParaRPr b="1" sz="2800">
              <a:solidFill>
                <a:schemeClr val="dk1"/>
              </a:solidFill>
              <a:latin typeface="DM Sans"/>
              <a:ea typeface="DM Sans"/>
              <a:cs typeface="DM Sans"/>
              <a:sym typeface="DM Sans"/>
            </a:endParaRPr>
          </a:p>
          <a:p>
            <a:pPr indent="0" lvl="0" marL="0" rtl="0" algn="l">
              <a:lnSpc>
                <a:spcPct val="115000"/>
              </a:lnSpc>
              <a:spcBef>
                <a:spcPts val="1200"/>
              </a:spcBef>
              <a:spcAft>
                <a:spcPts val="0"/>
              </a:spcAft>
              <a:buNone/>
            </a:pPr>
            <a:r>
              <a:rPr b="1" lang="en-US" sz="2800">
                <a:solidFill>
                  <a:schemeClr val="dk1"/>
                </a:solidFill>
                <a:latin typeface="DM Sans"/>
                <a:ea typeface="DM Sans"/>
                <a:cs typeface="DM Sans"/>
                <a:sym typeface="DM Sans"/>
              </a:rPr>
              <a:t>4. Arquitectura 4 + 1.</a:t>
            </a:r>
            <a:endParaRPr b="1" sz="2800">
              <a:solidFill>
                <a:schemeClr val="dk1"/>
              </a:solidFill>
              <a:latin typeface="DM Sans"/>
              <a:ea typeface="DM Sans"/>
              <a:cs typeface="DM Sans"/>
              <a:sym typeface="DM Sans"/>
            </a:endParaRPr>
          </a:p>
          <a:p>
            <a:pPr indent="0" lvl="0" marL="0" rtl="0" algn="l">
              <a:lnSpc>
                <a:spcPct val="115000"/>
              </a:lnSpc>
              <a:spcBef>
                <a:spcPts val="1200"/>
              </a:spcBef>
              <a:spcAft>
                <a:spcPts val="0"/>
              </a:spcAft>
              <a:buNone/>
            </a:pPr>
            <a:r>
              <a:rPr b="1" lang="en-US" sz="2800">
                <a:solidFill>
                  <a:schemeClr val="dk1"/>
                </a:solidFill>
                <a:latin typeface="DM Sans"/>
                <a:ea typeface="DM Sans"/>
                <a:cs typeface="DM Sans"/>
                <a:sym typeface="DM Sans"/>
              </a:rPr>
              <a:t>5-6. Vista Lógica: Modelo fisico.</a:t>
            </a:r>
            <a:endParaRPr b="1" sz="2800">
              <a:solidFill>
                <a:schemeClr val="dk1"/>
              </a:solidFill>
              <a:latin typeface="DM Sans"/>
              <a:ea typeface="DM Sans"/>
              <a:cs typeface="DM Sans"/>
              <a:sym typeface="DM Sans"/>
            </a:endParaRPr>
          </a:p>
          <a:p>
            <a:pPr indent="0" lvl="0" marL="0" rtl="0" algn="l">
              <a:lnSpc>
                <a:spcPct val="115000"/>
              </a:lnSpc>
              <a:spcBef>
                <a:spcPts val="1200"/>
              </a:spcBef>
              <a:spcAft>
                <a:spcPts val="0"/>
              </a:spcAft>
              <a:buNone/>
            </a:pPr>
            <a:r>
              <a:rPr b="1" lang="en-US" sz="2800">
                <a:solidFill>
                  <a:schemeClr val="dk1"/>
                </a:solidFill>
                <a:latin typeface="DM Sans"/>
                <a:ea typeface="DM Sans"/>
                <a:cs typeface="DM Sans"/>
                <a:sym typeface="DM Sans"/>
              </a:rPr>
              <a:t>7. </a:t>
            </a:r>
            <a:r>
              <a:rPr b="1" lang="en-US" sz="2800">
                <a:solidFill>
                  <a:schemeClr val="dk1"/>
                </a:solidFill>
                <a:latin typeface="DM Sans"/>
                <a:ea typeface="DM Sans"/>
                <a:cs typeface="DM Sans"/>
                <a:sym typeface="DM Sans"/>
              </a:rPr>
              <a:t>Vista de Desarrollo: Diagrama de Componentes.</a:t>
            </a:r>
            <a:endParaRPr b="1" sz="2800">
              <a:solidFill>
                <a:schemeClr val="dk1"/>
              </a:solidFill>
              <a:latin typeface="DM Sans"/>
              <a:ea typeface="DM Sans"/>
              <a:cs typeface="DM Sans"/>
              <a:sym typeface="DM Sans"/>
            </a:endParaRPr>
          </a:p>
          <a:p>
            <a:pPr indent="0" lvl="0" marL="0" rtl="0" algn="l">
              <a:lnSpc>
                <a:spcPct val="115000"/>
              </a:lnSpc>
              <a:spcBef>
                <a:spcPts val="1200"/>
              </a:spcBef>
              <a:spcAft>
                <a:spcPts val="0"/>
              </a:spcAft>
              <a:buNone/>
            </a:pPr>
            <a:r>
              <a:rPr b="1" lang="en-US" sz="2800">
                <a:solidFill>
                  <a:schemeClr val="dk1"/>
                </a:solidFill>
                <a:latin typeface="DM Sans"/>
                <a:ea typeface="DM Sans"/>
                <a:cs typeface="DM Sans"/>
                <a:sym typeface="DM Sans"/>
              </a:rPr>
              <a:t>8. Diagrama de secuencia CU 01 - Flujo principal.</a:t>
            </a:r>
            <a:endParaRPr b="1" sz="2800">
              <a:solidFill>
                <a:schemeClr val="dk1"/>
              </a:solidFill>
              <a:latin typeface="DM Sans"/>
              <a:ea typeface="DM Sans"/>
              <a:cs typeface="DM Sans"/>
              <a:sym typeface="DM Sans"/>
            </a:endParaRPr>
          </a:p>
          <a:p>
            <a:pPr indent="0" lvl="0" marL="0" rtl="0" algn="l">
              <a:lnSpc>
                <a:spcPct val="115000"/>
              </a:lnSpc>
              <a:spcBef>
                <a:spcPts val="1200"/>
              </a:spcBef>
              <a:spcAft>
                <a:spcPts val="0"/>
              </a:spcAft>
              <a:buNone/>
            </a:pPr>
            <a:r>
              <a:rPr b="1" lang="en-US" sz="2800">
                <a:solidFill>
                  <a:schemeClr val="dk1"/>
                </a:solidFill>
                <a:latin typeface="DM Sans"/>
                <a:ea typeface="DM Sans"/>
                <a:cs typeface="DM Sans"/>
                <a:sym typeface="DM Sans"/>
              </a:rPr>
              <a:t>9. Diagrama de secuencia CU 03 - Flujo principal.</a:t>
            </a:r>
            <a:endParaRPr b="1" sz="2800">
              <a:solidFill>
                <a:schemeClr val="dk1"/>
              </a:solidFill>
              <a:latin typeface="DM Sans"/>
              <a:ea typeface="DM Sans"/>
              <a:cs typeface="DM Sans"/>
              <a:sym typeface="DM Sans"/>
            </a:endParaRPr>
          </a:p>
          <a:p>
            <a:pPr indent="0" lvl="0" marL="0" rtl="0" algn="l">
              <a:lnSpc>
                <a:spcPct val="115000"/>
              </a:lnSpc>
              <a:spcBef>
                <a:spcPts val="1200"/>
              </a:spcBef>
              <a:spcAft>
                <a:spcPts val="0"/>
              </a:spcAft>
              <a:buNone/>
            </a:pPr>
            <a:r>
              <a:rPr b="1" lang="en-US" sz="2800">
                <a:solidFill>
                  <a:schemeClr val="dk1"/>
                </a:solidFill>
                <a:latin typeface="DM Sans"/>
                <a:ea typeface="DM Sans"/>
                <a:cs typeface="DM Sans"/>
                <a:sym typeface="DM Sans"/>
              </a:rPr>
              <a:t>10. Árbol de navegación.</a:t>
            </a:r>
            <a:endParaRPr b="1" sz="2800">
              <a:solidFill>
                <a:schemeClr val="dk1"/>
              </a:solidFill>
              <a:latin typeface="DM Sans"/>
              <a:ea typeface="DM Sans"/>
              <a:cs typeface="DM Sans"/>
              <a:sym typeface="DM Sans"/>
            </a:endParaRPr>
          </a:p>
          <a:p>
            <a:pPr indent="0" lvl="0" marL="0" rtl="0" algn="l">
              <a:lnSpc>
                <a:spcPct val="115000"/>
              </a:lnSpc>
              <a:spcBef>
                <a:spcPts val="1200"/>
              </a:spcBef>
              <a:spcAft>
                <a:spcPts val="0"/>
              </a:spcAft>
              <a:buNone/>
            </a:pPr>
            <a:r>
              <a:rPr b="1" lang="en-US" sz="2800">
                <a:solidFill>
                  <a:schemeClr val="dk1"/>
                </a:solidFill>
                <a:latin typeface="DM Sans"/>
                <a:ea typeface="DM Sans"/>
                <a:cs typeface="DM Sans"/>
                <a:sym typeface="DM Sans"/>
              </a:rPr>
              <a:t>11. Vistas del CU 01.</a:t>
            </a:r>
            <a:endParaRPr b="1" sz="2800">
              <a:solidFill>
                <a:schemeClr val="dk1"/>
              </a:solidFill>
              <a:latin typeface="DM Sans"/>
              <a:ea typeface="DM Sans"/>
              <a:cs typeface="DM Sans"/>
              <a:sym typeface="DM Sans"/>
            </a:endParaRPr>
          </a:p>
          <a:p>
            <a:pPr indent="0" lvl="0" marL="0" rtl="0" algn="l">
              <a:lnSpc>
                <a:spcPct val="115000"/>
              </a:lnSpc>
              <a:spcBef>
                <a:spcPts val="1200"/>
              </a:spcBef>
              <a:spcAft>
                <a:spcPts val="0"/>
              </a:spcAft>
              <a:buNone/>
            </a:pPr>
            <a:r>
              <a:rPr b="1" lang="en-US" sz="2800">
                <a:solidFill>
                  <a:schemeClr val="dk1"/>
                </a:solidFill>
                <a:latin typeface="DM Sans"/>
                <a:ea typeface="DM Sans"/>
                <a:cs typeface="DM Sans"/>
                <a:sym typeface="DM Sans"/>
              </a:rPr>
              <a:t>12. Vistas del CU 03.</a:t>
            </a:r>
            <a:endParaRPr b="1" sz="2800">
              <a:solidFill>
                <a:schemeClr val="dk1"/>
              </a:solidFill>
              <a:latin typeface="DM Sans"/>
              <a:ea typeface="DM Sans"/>
              <a:cs typeface="DM Sans"/>
              <a:sym typeface="DM Sans"/>
            </a:endParaRPr>
          </a:p>
          <a:p>
            <a:pPr indent="0" lvl="0" marL="0" rtl="0" algn="l">
              <a:lnSpc>
                <a:spcPct val="115000"/>
              </a:lnSpc>
              <a:spcBef>
                <a:spcPts val="1200"/>
              </a:spcBef>
              <a:spcAft>
                <a:spcPts val="1200"/>
              </a:spcAft>
              <a:buNone/>
            </a:pPr>
            <a:r>
              <a:rPr b="1" lang="en-US" sz="2800">
                <a:solidFill>
                  <a:schemeClr val="dk1"/>
                </a:solidFill>
                <a:latin typeface="DM Sans"/>
                <a:ea typeface="DM Sans"/>
                <a:cs typeface="DM Sans"/>
                <a:sym typeface="DM Sans"/>
              </a:rPr>
              <a:t>13. Trazabilidad Scrum ++ / Backlog.</a:t>
            </a:r>
            <a:endParaRPr b="1" sz="2798">
              <a:latin typeface="DM Sans"/>
              <a:ea typeface="DM Sans"/>
              <a:cs typeface="DM Sans"/>
              <a:sym typeface="DM Sans"/>
            </a:endParaRPr>
          </a:p>
        </p:txBody>
      </p:sp>
      <p:pic>
        <p:nvPicPr>
          <p:cNvPr id="99" name="Google Shape;99;p3" title="ce321285-389a-4f93-b442-cfae369974cf.png"/>
          <p:cNvPicPr preferRelativeResize="0"/>
          <p:nvPr/>
        </p:nvPicPr>
        <p:blipFill>
          <a:blip r:embed="rId4">
            <a:alphaModFix/>
          </a:blip>
          <a:stretch>
            <a:fillRect/>
          </a:stretch>
        </p:blipFill>
        <p:spPr>
          <a:xfrm>
            <a:off x="8645450" y="1424913"/>
            <a:ext cx="11155776" cy="743717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DD7EE"/>
        </a:solidFill>
      </p:bgPr>
    </p:bg>
    <p:spTree>
      <p:nvGrpSpPr>
        <p:cNvPr id="103" name="Shape 103"/>
        <p:cNvGrpSpPr/>
        <p:nvPr/>
      </p:nvGrpSpPr>
      <p:grpSpPr>
        <a:xfrm>
          <a:off x="0" y="0"/>
          <a:ext cx="0" cy="0"/>
          <a:chOff x="0" y="0"/>
          <a:chExt cx="0" cy="0"/>
        </a:xfrm>
      </p:grpSpPr>
      <p:sp>
        <p:nvSpPr>
          <p:cNvPr id="104" name="Google Shape;104;g3ec4c662846_0_189"/>
          <p:cNvSpPr/>
          <p:nvPr/>
        </p:nvSpPr>
        <p:spPr>
          <a:xfrm flipH="1" rot="3509744">
            <a:off x="-12257000" y="-2251249"/>
            <a:ext cx="22536371" cy="8185034"/>
          </a:xfrm>
          <a:custGeom>
            <a:rect b="b" l="l" r="r" t="t"/>
            <a:pathLst>
              <a:path extrusionOk="0" h="8186006" w="22539048">
                <a:moveTo>
                  <a:pt x="22539048" y="0"/>
                </a:moveTo>
                <a:lnTo>
                  <a:pt x="0" y="0"/>
                </a:lnTo>
                <a:lnTo>
                  <a:pt x="0" y="8186006"/>
                </a:lnTo>
                <a:lnTo>
                  <a:pt x="22539048" y="8186006"/>
                </a:lnTo>
                <a:lnTo>
                  <a:pt x="22539048" y="0"/>
                </a:lnTo>
                <a:close/>
              </a:path>
            </a:pathLst>
          </a:custGeom>
          <a:blipFill rotWithShape="1">
            <a:blip r:embed="rId3">
              <a:alphaModFix/>
            </a:blip>
            <a:stretch>
              <a:fillRect b="0" l="0" r="0" t="0"/>
            </a:stretch>
          </a:blipFill>
          <a:ln>
            <a:noFill/>
          </a:ln>
        </p:spPr>
      </p:sp>
      <p:sp>
        <p:nvSpPr>
          <p:cNvPr id="105" name="Google Shape;105;g3ec4c662846_0_189"/>
          <p:cNvSpPr/>
          <p:nvPr/>
        </p:nvSpPr>
        <p:spPr>
          <a:xfrm rot="-2998448">
            <a:off x="7758840" y="638680"/>
            <a:ext cx="22516850" cy="8177944"/>
          </a:xfrm>
          <a:custGeom>
            <a:rect b="b" l="l" r="r" t="t"/>
            <a:pathLst>
              <a:path extrusionOk="0" h="8186006" w="22539048">
                <a:moveTo>
                  <a:pt x="22539048" y="0"/>
                </a:moveTo>
                <a:lnTo>
                  <a:pt x="0" y="0"/>
                </a:lnTo>
                <a:lnTo>
                  <a:pt x="0" y="8186006"/>
                </a:lnTo>
                <a:lnTo>
                  <a:pt x="22539048" y="8186006"/>
                </a:lnTo>
                <a:lnTo>
                  <a:pt x="22539048" y="0"/>
                </a:lnTo>
                <a:close/>
              </a:path>
            </a:pathLst>
          </a:custGeom>
          <a:blipFill rotWithShape="1">
            <a:blip r:embed="rId3">
              <a:alphaModFix/>
            </a:blip>
            <a:stretch>
              <a:fillRect b="0" l="0" r="0" t="0"/>
            </a:stretch>
          </a:blipFill>
          <a:ln>
            <a:noFill/>
          </a:ln>
        </p:spPr>
      </p:sp>
      <p:sp>
        <p:nvSpPr>
          <p:cNvPr id="106" name="Google Shape;106;g3ec4c662846_0_189"/>
          <p:cNvSpPr txBox="1"/>
          <p:nvPr/>
        </p:nvSpPr>
        <p:spPr>
          <a:xfrm>
            <a:off x="1010250" y="307100"/>
            <a:ext cx="16267500" cy="885600"/>
          </a:xfrm>
          <a:prstGeom prst="rect">
            <a:avLst/>
          </a:prstGeom>
          <a:noFill/>
          <a:ln>
            <a:noFill/>
          </a:ln>
        </p:spPr>
        <p:txBody>
          <a:bodyPr anchorCtr="0" anchor="t" bIns="0" lIns="0" spcFirstLastPara="1" rIns="0" wrap="square" tIns="0">
            <a:spAutoFit/>
          </a:bodyPr>
          <a:lstStyle/>
          <a:p>
            <a:pPr indent="0" lvl="0" marL="0" marR="0" rtl="0" algn="l">
              <a:lnSpc>
                <a:spcPct val="139990"/>
              </a:lnSpc>
              <a:spcBef>
                <a:spcPts val="0"/>
              </a:spcBef>
              <a:spcAft>
                <a:spcPts val="0"/>
              </a:spcAft>
              <a:buNone/>
            </a:pPr>
            <a:r>
              <a:rPr b="1" lang="en-US" sz="5754">
                <a:solidFill>
                  <a:schemeClr val="dk1"/>
                </a:solidFill>
                <a:latin typeface="DM Sans"/>
                <a:ea typeface="DM Sans"/>
                <a:cs typeface="DM Sans"/>
                <a:sym typeface="DM Sans"/>
              </a:rPr>
              <a:t>Contextualización</a:t>
            </a:r>
            <a:endParaRPr b="1" sz="700">
              <a:solidFill>
                <a:schemeClr val="dk1"/>
              </a:solidFill>
              <a:latin typeface="DM Sans"/>
              <a:ea typeface="DM Sans"/>
              <a:cs typeface="DM Sans"/>
              <a:sym typeface="DM Sans"/>
            </a:endParaRPr>
          </a:p>
        </p:txBody>
      </p:sp>
      <p:sp>
        <p:nvSpPr>
          <p:cNvPr id="107" name="Google Shape;107;g3ec4c662846_0_189"/>
          <p:cNvSpPr/>
          <p:nvPr/>
        </p:nvSpPr>
        <p:spPr>
          <a:xfrm>
            <a:off x="1017450" y="1720275"/>
            <a:ext cx="9107700" cy="2077200"/>
          </a:xfrm>
          <a:prstGeom prst="roundRect">
            <a:avLst>
              <a:gd fmla="val 3636" name="adj"/>
            </a:avLst>
          </a:prstGeom>
          <a:solidFill>
            <a:srgbClr val="EAEBEC"/>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8" name="Google Shape;108;g3ec4c662846_0_189"/>
          <p:cNvSpPr txBox="1"/>
          <p:nvPr/>
        </p:nvSpPr>
        <p:spPr>
          <a:xfrm>
            <a:off x="1213050" y="1887375"/>
            <a:ext cx="8763300" cy="17124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200"/>
              </a:spcAft>
              <a:buNone/>
            </a:pPr>
            <a:r>
              <a:rPr b="1" lang="en-US" sz="2500">
                <a:solidFill>
                  <a:schemeClr val="dk1"/>
                </a:solidFill>
                <a:latin typeface="DM Sans"/>
                <a:ea typeface="DM Sans"/>
                <a:cs typeface="DM Sans"/>
                <a:sym typeface="DM Sans"/>
              </a:rPr>
              <a:t>Problemática: </a:t>
            </a:r>
            <a:r>
              <a:rPr lang="en-US" sz="2500">
                <a:solidFill>
                  <a:schemeClr val="dk1"/>
                </a:solidFill>
                <a:latin typeface="DM Sans"/>
                <a:ea typeface="DM Sans"/>
                <a:cs typeface="DM Sans"/>
                <a:sym typeface="DM Sans"/>
              </a:rPr>
              <a:t>El Minimarket y Panadería Huáscar tiene un problema de gestión de inventario y de trabajadores ya que todo se hace de manera manual, por lo que no hay un registro y manejo de información confiable.</a:t>
            </a:r>
            <a:endParaRPr sz="2500">
              <a:latin typeface="DM Sans"/>
              <a:ea typeface="DM Sans"/>
              <a:cs typeface="DM Sans"/>
              <a:sym typeface="DM Sans"/>
            </a:endParaRPr>
          </a:p>
        </p:txBody>
      </p:sp>
      <p:sp>
        <p:nvSpPr>
          <p:cNvPr id="109" name="Google Shape;109;g3ec4c662846_0_189"/>
          <p:cNvSpPr/>
          <p:nvPr/>
        </p:nvSpPr>
        <p:spPr>
          <a:xfrm>
            <a:off x="1040850" y="4351975"/>
            <a:ext cx="9107700" cy="1532700"/>
          </a:xfrm>
          <a:prstGeom prst="roundRect">
            <a:avLst>
              <a:gd fmla="val 3636" name="adj"/>
            </a:avLst>
          </a:prstGeom>
          <a:solidFill>
            <a:srgbClr val="EAEBEC"/>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0" name="Google Shape;110;g3ec4c662846_0_189"/>
          <p:cNvSpPr txBox="1"/>
          <p:nvPr/>
        </p:nvSpPr>
        <p:spPr>
          <a:xfrm>
            <a:off x="1236450" y="4519075"/>
            <a:ext cx="8763300" cy="1154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b="1" lang="en-US" sz="2500">
                <a:solidFill>
                  <a:schemeClr val="dk1"/>
                </a:solidFill>
                <a:latin typeface="DM Sans"/>
                <a:ea typeface="DM Sans"/>
                <a:cs typeface="DM Sans"/>
                <a:sym typeface="DM Sans"/>
              </a:rPr>
              <a:t>Solución: </a:t>
            </a:r>
            <a:r>
              <a:rPr lang="en-US" sz="2500">
                <a:solidFill>
                  <a:schemeClr val="dk1"/>
                </a:solidFill>
                <a:latin typeface="DM Sans"/>
                <a:ea typeface="DM Sans"/>
                <a:cs typeface="DM Sans"/>
                <a:sym typeface="DM Sans"/>
              </a:rPr>
              <a:t>Sistema de de escritorio offline-first en Electron y Node.js para la gestión de inventario, venta y trabajadores.</a:t>
            </a:r>
            <a:endParaRPr sz="2500">
              <a:latin typeface="DM Sans"/>
              <a:ea typeface="DM Sans"/>
              <a:cs typeface="DM Sans"/>
              <a:sym typeface="DM Sans"/>
            </a:endParaRPr>
          </a:p>
        </p:txBody>
      </p:sp>
      <p:sp>
        <p:nvSpPr>
          <p:cNvPr id="111" name="Google Shape;111;g3ec4c662846_0_189"/>
          <p:cNvSpPr/>
          <p:nvPr/>
        </p:nvSpPr>
        <p:spPr>
          <a:xfrm>
            <a:off x="1017450" y="6439175"/>
            <a:ext cx="9107700" cy="1880700"/>
          </a:xfrm>
          <a:prstGeom prst="roundRect">
            <a:avLst>
              <a:gd fmla="val 3636" name="adj"/>
            </a:avLst>
          </a:prstGeom>
          <a:solidFill>
            <a:srgbClr val="EAEBEC"/>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2" name="Google Shape;112;g3ec4c662846_0_189"/>
          <p:cNvSpPr txBox="1"/>
          <p:nvPr/>
        </p:nvSpPr>
        <p:spPr>
          <a:xfrm>
            <a:off x="1213050" y="6606275"/>
            <a:ext cx="8763300" cy="153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b="1" lang="en-US" sz="2500">
                <a:solidFill>
                  <a:schemeClr val="dk1"/>
                </a:solidFill>
                <a:latin typeface="DM Sans"/>
                <a:ea typeface="DM Sans"/>
                <a:cs typeface="DM Sans"/>
                <a:sym typeface="DM Sans"/>
              </a:rPr>
              <a:t>Alcance del Incremento 1: </a:t>
            </a:r>
            <a:r>
              <a:rPr lang="en-US" sz="2500">
                <a:solidFill>
                  <a:schemeClr val="dk1"/>
                </a:solidFill>
                <a:latin typeface="DM Sans"/>
                <a:ea typeface="DM Sans"/>
                <a:cs typeface="DM Sans"/>
                <a:sym typeface="DM Sans"/>
              </a:rPr>
              <a:t>Para este proyecto realizamos 19 </a:t>
            </a:r>
            <a:r>
              <a:rPr lang="en-US" sz="2500">
                <a:solidFill>
                  <a:schemeClr val="dk1"/>
                </a:solidFill>
                <a:latin typeface="DM Sans"/>
                <a:ea typeface="DM Sans"/>
                <a:cs typeface="DM Sans"/>
                <a:sym typeface="DM Sans"/>
              </a:rPr>
              <a:t>R</a:t>
            </a:r>
            <a:r>
              <a:rPr lang="en-US" sz="2500">
                <a:solidFill>
                  <a:schemeClr val="dk1"/>
                </a:solidFill>
                <a:latin typeface="DM Sans"/>
                <a:ea typeface="DM Sans"/>
                <a:cs typeface="DM Sans"/>
                <a:sym typeface="DM Sans"/>
              </a:rPr>
              <a:t>equerimientos </a:t>
            </a:r>
            <a:r>
              <a:rPr lang="en-US" sz="2500">
                <a:solidFill>
                  <a:schemeClr val="dk1"/>
                </a:solidFill>
                <a:latin typeface="DM Sans"/>
                <a:ea typeface="DM Sans"/>
                <a:cs typeface="DM Sans"/>
                <a:sym typeface="DM Sans"/>
              </a:rPr>
              <a:t>F</a:t>
            </a:r>
            <a:r>
              <a:rPr lang="en-US" sz="2500">
                <a:solidFill>
                  <a:schemeClr val="dk1"/>
                </a:solidFill>
                <a:latin typeface="DM Sans"/>
                <a:ea typeface="DM Sans"/>
                <a:cs typeface="DM Sans"/>
                <a:sym typeface="DM Sans"/>
              </a:rPr>
              <a:t>uncionales, lo que equivale al 30,6% del total del proyecto cumpliendo con el requisito mínimo del 30% que se exige en la rúbrica para el primer incremento.</a:t>
            </a:r>
            <a:endParaRPr sz="2500">
              <a:latin typeface="DM Sans"/>
              <a:ea typeface="DM Sans"/>
              <a:cs typeface="DM Sans"/>
              <a:sym typeface="DM Sans"/>
            </a:endParaRPr>
          </a:p>
        </p:txBody>
      </p:sp>
      <p:pic>
        <p:nvPicPr>
          <p:cNvPr id="113" name="Google Shape;113;g3ec4c662846_0_189" title="ChatGPT Image 16 jun 2026, 06_58_20 (1).png"/>
          <p:cNvPicPr preferRelativeResize="0"/>
          <p:nvPr/>
        </p:nvPicPr>
        <p:blipFill rotWithShape="1">
          <a:blip r:embed="rId4">
            <a:alphaModFix/>
          </a:blip>
          <a:srcRect b="1730" l="0" r="0" t="-1730"/>
          <a:stretch/>
        </p:blipFill>
        <p:spPr>
          <a:xfrm>
            <a:off x="9827100" y="2428587"/>
            <a:ext cx="8460899" cy="6345674"/>
          </a:xfrm>
          <a:prstGeom prst="rect">
            <a:avLst/>
          </a:prstGeom>
          <a:noFill/>
          <a:ln>
            <a:noFill/>
          </a:ln>
        </p:spPr>
      </p:pic>
      <p:sp>
        <p:nvSpPr>
          <p:cNvPr id="114" name="Google Shape;114;g3ec4c662846_0_189"/>
          <p:cNvSpPr/>
          <p:nvPr/>
        </p:nvSpPr>
        <p:spPr>
          <a:xfrm>
            <a:off x="147575" y="426950"/>
            <a:ext cx="645900" cy="645900"/>
          </a:xfrm>
          <a:prstGeom prst="ellipse">
            <a:avLst/>
          </a:prstGeom>
          <a:solidFill>
            <a:srgbClr val="88888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3400">
                <a:solidFill>
                  <a:schemeClr val="lt1"/>
                </a:solidFill>
                <a:latin typeface="DM Sans Black"/>
                <a:ea typeface="DM Sans Black"/>
                <a:cs typeface="DM Sans Black"/>
                <a:sym typeface="DM Sans Black"/>
              </a:rPr>
              <a:t>1</a:t>
            </a:r>
            <a:endParaRPr sz="3400">
              <a:solidFill>
                <a:schemeClr val="lt1"/>
              </a:solidFill>
              <a:latin typeface="DM Sans Black"/>
              <a:ea typeface="DM Sans Black"/>
              <a:cs typeface="DM Sans Black"/>
              <a:sym typeface="DM Sans Black"/>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DD7EE"/>
        </a:solidFill>
      </p:bgPr>
    </p:bg>
    <p:spTree>
      <p:nvGrpSpPr>
        <p:cNvPr id="118" name="Shape 118"/>
        <p:cNvGrpSpPr/>
        <p:nvPr/>
      </p:nvGrpSpPr>
      <p:grpSpPr>
        <a:xfrm>
          <a:off x="0" y="0"/>
          <a:ext cx="0" cy="0"/>
          <a:chOff x="0" y="0"/>
          <a:chExt cx="0" cy="0"/>
        </a:xfrm>
      </p:grpSpPr>
      <p:sp>
        <p:nvSpPr>
          <p:cNvPr id="119" name="Google Shape;119;g3ec4c662846_0_201"/>
          <p:cNvSpPr/>
          <p:nvPr/>
        </p:nvSpPr>
        <p:spPr>
          <a:xfrm flipH="1" rot="3509744">
            <a:off x="-12348600" y="-2269574"/>
            <a:ext cx="22536371" cy="8185034"/>
          </a:xfrm>
          <a:custGeom>
            <a:rect b="b" l="l" r="r" t="t"/>
            <a:pathLst>
              <a:path extrusionOk="0" h="8186006" w="22539048">
                <a:moveTo>
                  <a:pt x="22539048" y="0"/>
                </a:moveTo>
                <a:lnTo>
                  <a:pt x="0" y="0"/>
                </a:lnTo>
                <a:lnTo>
                  <a:pt x="0" y="8186006"/>
                </a:lnTo>
                <a:lnTo>
                  <a:pt x="22539048" y="8186006"/>
                </a:lnTo>
                <a:lnTo>
                  <a:pt x="22539048" y="0"/>
                </a:lnTo>
                <a:close/>
              </a:path>
            </a:pathLst>
          </a:custGeom>
          <a:blipFill rotWithShape="1">
            <a:blip r:embed="rId3">
              <a:alphaModFix/>
            </a:blip>
            <a:stretch>
              <a:fillRect b="0" l="0" r="0" t="0"/>
            </a:stretch>
          </a:blipFill>
          <a:ln>
            <a:noFill/>
          </a:ln>
        </p:spPr>
      </p:sp>
      <p:sp>
        <p:nvSpPr>
          <p:cNvPr id="120" name="Google Shape;120;g3ec4c662846_0_201"/>
          <p:cNvSpPr/>
          <p:nvPr/>
        </p:nvSpPr>
        <p:spPr>
          <a:xfrm rot="-2998448">
            <a:off x="7758840" y="638680"/>
            <a:ext cx="22516850" cy="8177944"/>
          </a:xfrm>
          <a:custGeom>
            <a:rect b="b" l="l" r="r" t="t"/>
            <a:pathLst>
              <a:path extrusionOk="0" h="8186006" w="22539048">
                <a:moveTo>
                  <a:pt x="22539048" y="0"/>
                </a:moveTo>
                <a:lnTo>
                  <a:pt x="0" y="0"/>
                </a:lnTo>
                <a:lnTo>
                  <a:pt x="0" y="8186006"/>
                </a:lnTo>
                <a:lnTo>
                  <a:pt x="22539048" y="8186006"/>
                </a:lnTo>
                <a:lnTo>
                  <a:pt x="22539048" y="0"/>
                </a:lnTo>
                <a:close/>
              </a:path>
            </a:pathLst>
          </a:custGeom>
          <a:blipFill rotWithShape="1">
            <a:blip r:embed="rId3">
              <a:alphaModFix/>
            </a:blip>
            <a:stretch>
              <a:fillRect b="0" l="0" r="0" t="0"/>
            </a:stretch>
          </a:blipFill>
          <a:ln>
            <a:noFill/>
          </a:ln>
        </p:spPr>
      </p:sp>
      <p:sp>
        <p:nvSpPr>
          <p:cNvPr id="121" name="Google Shape;121;g3ec4c662846_0_201"/>
          <p:cNvSpPr txBox="1"/>
          <p:nvPr/>
        </p:nvSpPr>
        <p:spPr>
          <a:xfrm>
            <a:off x="1010250" y="307100"/>
            <a:ext cx="16267500" cy="824100"/>
          </a:xfrm>
          <a:prstGeom prst="rect">
            <a:avLst/>
          </a:prstGeom>
          <a:noFill/>
          <a:ln>
            <a:noFill/>
          </a:ln>
        </p:spPr>
        <p:txBody>
          <a:bodyPr anchorCtr="0" anchor="t" bIns="0" lIns="0" spcFirstLastPara="1" rIns="0" wrap="square" tIns="0">
            <a:spAutoFit/>
          </a:bodyPr>
          <a:lstStyle/>
          <a:p>
            <a:pPr indent="0" lvl="0" marL="0" marR="0" rtl="0" algn="ctr">
              <a:lnSpc>
                <a:spcPct val="139990"/>
              </a:lnSpc>
              <a:spcBef>
                <a:spcPts val="0"/>
              </a:spcBef>
              <a:spcAft>
                <a:spcPts val="0"/>
              </a:spcAft>
              <a:buNone/>
            </a:pPr>
            <a:r>
              <a:rPr b="1" lang="en-US" sz="4800">
                <a:latin typeface="DM Sans"/>
                <a:ea typeface="DM Sans"/>
                <a:cs typeface="DM Sans"/>
                <a:sym typeface="DM Sans"/>
              </a:rPr>
              <a:t>Requerimiento 1 - CU 01 - Registrando nuevo producto</a:t>
            </a:r>
            <a:r>
              <a:rPr b="1" lang="en-US" sz="5354">
                <a:latin typeface="DM Sans"/>
                <a:ea typeface="DM Sans"/>
                <a:cs typeface="DM Sans"/>
                <a:sym typeface="DM Sans"/>
              </a:rPr>
              <a:t> </a:t>
            </a:r>
            <a:endParaRPr b="1" sz="300">
              <a:latin typeface="DM Sans"/>
              <a:ea typeface="DM Sans"/>
              <a:cs typeface="DM Sans"/>
              <a:sym typeface="DM Sans"/>
            </a:endParaRPr>
          </a:p>
        </p:txBody>
      </p:sp>
      <p:pic>
        <p:nvPicPr>
          <p:cNvPr id="122" name="Google Shape;122;g3ec4c662846_0_201"/>
          <p:cNvPicPr preferRelativeResize="0"/>
          <p:nvPr/>
        </p:nvPicPr>
        <p:blipFill>
          <a:blip r:embed="rId4">
            <a:alphaModFix/>
          </a:blip>
          <a:stretch>
            <a:fillRect/>
          </a:stretch>
        </p:blipFill>
        <p:spPr>
          <a:xfrm>
            <a:off x="1716574" y="5119225"/>
            <a:ext cx="14854863" cy="5033825"/>
          </a:xfrm>
          <a:prstGeom prst="rect">
            <a:avLst/>
          </a:prstGeom>
          <a:noFill/>
          <a:ln>
            <a:noFill/>
          </a:ln>
        </p:spPr>
      </p:pic>
      <p:graphicFrame>
        <p:nvGraphicFramePr>
          <p:cNvPr id="123" name="Google Shape;123;g3ec4c662846_0_201"/>
          <p:cNvGraphicFramePr/>
          <p:nvPr/>
        </p:nvGraphicFramePr>
        <p:xfrm>
          <a:off x="1020500" y="1286425"/>
          <a:ext cx="3000000" cy="3000000"/>
        </p:xfrm>
        <a:graphic>
          <a:graphicData uri="http://schemas.openxmlformats.org/drawingml/2006/table">
            <a:tbl>
              <a:tblPr>
                <a:noFill/>
                <a:tableStyleId>{7D3F7B4B-66F0-4F59-A0D9-4DB72CCBAB3D}</a:tableStyleId>
              </a:tblPr>
              <a:tblGrid>
                <a:gridCol w="1162625"/>
                <a:gridCol w="5425375"/>
                <a:gridCol w="1550150"/>
                <a:gridCol w="1575925"/>
                <a:gridCol w="1731000"/>
                <a:gridCol w="1498475"/>
                <a:gridCol w="2144350"/>
                <a:gridCol w="1136700"/>
              </a:tblGrid>
              <a:tr h="629575">
                <a:tc>
                  <a:txBody>
                    <a:bodyPr/>
                    <a:lstStyle/>
                    <a:p>
                      <a:pPr indent="0" lvl="0" marL="0" rtl="0" algn="ctr">
                        <a:spcBef>
                          <a:spcPts val="0"/>
                        </a:spcBef>
                        <a:spcAft>
                          <a:spcPts val="0"/>
                        </a:spcAft>
                        <a:buNone/>
                      </a:pPr>
                      <a:r>
                        <a:rPr b="1" lang="en-US" sz="2500">
                          <a:solidFill>
                            <a:srgbClr val="FFFFFF"/>
                          </a:solidFill>
                          <a:latin typeface="Times New Roman"/>
                          <a:ea typeface="Times New Roman"/>
                          <a:cs typeface="Times New Roman"/>
                          <a:sym typeface="Times New Roman"/>
                        </a:rPr>
                        <a:t>ID</a:t>
                      </a:r>
                      <a:endParaRPr sz="2500">
                        <a:latin typeface="Times New Roman"/>
                        <a:ea typeface="Times New Roman"/>
                        <a:cs typeface="Times New Roman"/>
                        <a:sym typeface="Times New Roman"/>
                      </a:endParaRPr>
                    </a:p>
                  </a:txBody>
                  <a:tcPr marT="0" marB="0" marR="25400" marL="25400" anchor="ctr">
                    <a:lnL cap="flat" cmpd="sng" w="95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3864"/>
                    </a:solidFill>
                  </a:tcPr>
                </a:tc>
                <a:tc>
                  <a:txBody>
                    <a:bodyPr/>
                    <a:lstStyle/>
                    <a:p>
                      <a:pPr indent="0" lvl="0" marL="0" rtl="0" algn="ctr">
                        <a:spcBef>
                          <a:spcPts val="0"/>
                        </a:spcBef>
                        <a:spcAft>
                          <a:spcPts val="0"/>
                        </a:spcAft>
                        <a:buNone/>
                      </a:pPr>
                      <a:r>
                        <a:rPr b="1" lang="en-US" sz="2500">
                          <a:solidFill>
                            <a:srgbClr val="FFFFFF"/>
                          </a:solidFill>
                          <a:latin typeface="Times New Roman"/>
                          <a:ea typeface="Times New Roman"/>
                          <a:cs typeface="Times New Roman"/>
                          <a:sym typeface="Times New Roman"/>
                        </a:rPr>
                        <a:t>Descripción</a:t>
                      </a:r>
                      <a:endParaRPr sz="2500">
                        <a:latin typeface="Times New Roman"/>
                        <a:ea typeface="Times New Roman"/>
                        <a:cs typeface="Times New Roman"/>
                        <a:sym typeface="Times New Roman"/>
                      </a:endParaRPr>
                    </a:p>
                  </a:txBody>
                  <a:tcPr marT="0" marB="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3864"/>
                    </a:solidFill>
                  </a:tcPr>
                </a:tc>
                <a:tc>
                  <a:txBody>
                    <a:bodyPr/>
                    <a:lstStyle/>
                    <a:p>
                      <a:pPr indent="0" lvl="0" marL="0" rtl="0" algn="ctr">
                        <a:lnSpc>
                          <a:spcPct val="150000"/>
                        </a:lnSpc>
                        <a:spcBef>
                          <a:spcPts val="0"/>
                        </a:spcBef>
                        <a:spcAft>
                          <a:spcPts val="0"/>
                        </a:spcAft>
                        <a:buNone/>
                      </a:pPr>
                      <a:r>
                        <a:rPr b="1" lang="en-US" sz="2500">
                          <a:solidFill>
                            <a:srgbClr val="FFFFFF"/>
                          </a:solidFill>
                          <a:latin typeface="Times New Roman"/>
                          <a:ea typeface="Times New Roman"/>
                          <a:cs typeface="Times New Roman"/>
                          <a:sym typeface="Times New Roman"/>
                        </a:rPr>
                        <a:t>Necesidad</a:t>
                      </a:r>
                      <a:endParaRPr sz="2500">
                        <a:latin typeface="Times New Roman"/>
                        <a:ea typeface="Times New Roman"/>
                        <a:cs typeface="Times New Roman"/>
                        <a:sym typeface="Times New Roman"/>
                      </a:endParaRPr>
                    </a:p>
                  </a:txBody>
                  <a:tcPr marT="0" marB="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3864"/>
                    </a:solidFill>
                  </a:tcPr>
                </a:tc>
                <a:tc>
                  <a:txBody>
                    <a:bodyPr/>
                    <a:lstStyle/>
                    <a:p>
                      <a:pPr indent="0" lvl="0" marL="0" rtl="0" algn="ctr">
                        <a:lnSpc>
                          <a:spcPct val="150000"/>
                        </a:lnSpc>
                        <a:spcBef>
                          <a:spcPts val="0"/>
                        </a:spcBef>
                        <a:spcAft>
                          <a:spcPts val="0"/>
                        </a:spcAft>
                        <a:buNone/>
                      </a:pPr>
                      <a:r>
                        <a:rPr b="1" lang="en-US" sz="2500">
                          <a:solidFill>
                            <a:srgbClr val="FFFFFF"/>
                          </a:solidFill>
                          <a:latin typeface="Times New Roman"/>
                          <a:ea typeface="Times New Roman"/>
                          <a:cs typeface="Times New Roman"/>
                          <a:sym typeface="Times New Roman"/>
                        </a:rPr>
                        <a:t>Prioridad</a:t>
                      </a:r>
                      <a:endParaRPr sz="2500">
                        <a:latin typeface="Times New Roman"/>
                        <a:ea typeface="Times New Roman"/>
                        <a:cs typeface="Times New Roman"/>
                        <a:sym typeface="Times New Roman"/>
                      </a:endParaRPr>
                    </a:p>
                  </a:txBody>
                  <a:tcPr marT="0" marB="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3864"/>
                    </a:solidFill>
                  </a:tcPr>
                </a:tc>
                <a:tc>
                  <a:txBody>
                    <a:bodyPr/>
                    <a:lstStyle/>
                    <a:p>
                      <a:pPr indent="0" lvl="0" marL="0" rtl="0" algn="ctr">
                        <a:lnSpc>
                          <a:spcPct val="150000"/>
                        </a:lnSpc>
                        <a:spcBef>
                          <a:spcPts val="0"/>
                        </a:spcBef>
                        <a:spcAft>
                          <a:spcPts val="0"/>
                        </a:spcAft>
                        <a:buNone/>
                      </a:pPr>
                      <a:r>
                        <a:rPr b="1" lang="en-US" sz="2500">
                          <a:solidFill>
                            <a:srgbClr val="FFFFFF"/>
                          </a:solidFill>
                          <a:latin typeface="Times New Roman"/>
                          <a:ea typeface="Times New Roman"/>
                          <a:cs typeface="Times New Roman"/>
                          <a:sym typeface="Times New Roman"/>
                        </a:rPr>
                        <a:t>Estabilidad</a:t>
                      </a:r>
                      <a:endParaRPr sz="2500">
                        <a:latin typeface="Times New Roman"/>
                        <a:ea typeface="Times New Roman"/>
                        <a:cs typeface="Times New Roman"/>
                        <a:sym typeface="Times New Roman"/>
                      </a:endParaRPr>
                    </a:p>
                  </a:txBody>
                  <a:tcPr marT="0" marB="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3864"/>
                    </a:solidFill>
                  </a:tcPr>
                </a:tc>
                <a:tc>
                  <a:txBody>
                    <a:bodyPr/>
                    <a:lstStyle/>
                    <a:p>
                      <a:pPr indent="0" lvl="0" marL="0" rtl="0" algn="ctr">
                        <a:lnSpc>
                          <a:spcPct val="150000"/>
                        </a:lnSpc>
                        <a:spcBef>
                          <a:spcPts val="0"/>
                        </a:spcBef>
                        <a:spcAft>
                          <a:spcPts val="0"/>
                        </a:spcAft>
                        <a:buNone/>
                      </a:pPr>
                      <a:r>
                        <a:rPr b="1" lang="en-US" sz="2500">
                          <a:solidFill>
                            <a:srgbClr val="FFFFFF"/>
                          </a:solidFill>
                          <a:latin typeface="Times New Roman"/>
                          <a:ea typeface="Times New Roman"/>
                          <a:cs typeface="Times New Roman"/>
                          <a:sym typeface="Times New Roman"/>
                        </a:rPr>
                        <a:t>Claridad</a:t>
                      </a:r>
                      <a:endParaRPr sz="2500">
                        <a:latin typeface="Times New Roman"/>
                        <a:ea typeface="Times New Roman"/>
                        <a:cs typeface="Times New Roman"/>
                        <a:sym typeface="Times New Roman"/>
                      </a:endParaRPr>
                    </a:p>
                  </a:txBody>
                  <a:tcPr marT="0" marB="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3864"/>
                    </a:solidFill>
                  </a:tcPr>
                </a:tc>
                <a:tc>
                  <a:txBody>
                    <a:bodyPr/>
                    <a:lstStyle/>
                    <a:p>
                      <a:pPr indent="0" lvl="0" marL="0" rtl="0" algn="ctr">
                        <a:lnSpc>
                          <a:spcPct val="150000"/>
                        </a:lnSpc>
                        <a:spcBef>
                          <a:spcPts val="0"/>
                        </a:spcBef>
                        <a:spcAft>
                          <a:spcPts val="0"/>
                        </a:spcAft>
                        <a:buNone/>
                      </a:pPr>
                      <a:r>
                        <a:rPr b="1" lang="en-US" sz="2500">
                          <a:solidFill>
                            <a:srgbClr val="FFFFFF"/>
                          </a:solidFill>
                          <a:latin typeface="Times New Roman"/>
                          <a:ea typeface="Times New Roman"/>
                          <a:cs typeface="Times New Roman"/>
                          <a:sym typeface="Times New Roman"/>
                        </a:rPr>
                        <a:t>Verificabilidad</a:t>
                      </a:r>
                      <a:endParaRPr sz="2500">
                        <a:latin typeface="Times New Roman"/>
                        <a:ea typeface="Times New Roman"/>
                        <a:cs typeface="Times New Roman"/>
                        <a:sym typeface="Times New Roman"/>
                      </a:endParaRPr>
                    </a:p>
                  </a:txBody>
                  <a:tcPr marT="0" marB="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3864"/>
                    </a:solidFill>
                  </a:tcPr>
                </a:tc>
                <a:tc>
                  <a:txBody>
                    <a:bodyPr/>
                    <a:lstStyle/>
                    <a:p>
                      <a:pPr indent="0" lvl="0" marL="0" rtl="0" algn="ctr">
                        <a:lnSpc>
                          <a:spcPct val="150000"/>
                        </a:lnSpc>
                        <a:spcBef>
                          <a:spcPts val="0"/>
                        </a:spcBef>
                        <a:spcAft>
                          <a:spcPts val="0"/>
                        </a:spcAft>
                        <a:buNone/>
                      </a:pPr>
                      <a:r>
                        <a:rPr b="1" lang="en-US" sz="2500">
                          <a:solidFill>
                            <a:srgbClr val="FFFFFF"/>
                          </a:solidFill>
                          <a:latin typeface="Times New Roman"/>
                          <a:ea typeface="Times New Roman"/>
                          <a:cs typeface="Times New Roman"/>
                          <a:sym typeface="Times New Roman"/>
                        </a:rPr>
                        <a:t>Fuente</a:t>
                      </a:r>
                      <a:endParaRPr sz="2500">
                        <a:latin typeface="Times New Roman"/>
                        <a:ea typeface="Times New Roman"/>
                        <a:cs typeface="Times New Roman"/>
                        <a:sym typeface="Times New Roman"/>
                      </a:endParaRPr>
                    </a:p>
                  </a:txBody>
                  <a:tcPr marT="0" marB="0" marR="25400" marL="25400" anchor="ctr">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3864"/>
                    </a:solidFill>
                  </a:tcPr>
                </a:tc>
              </a:tr>
              <a:tr h="310850">
                <a:tc gridSpan="8">
                  <a:txBody>
                    <a:bodyPr/>
                    <a:lstStyle/>
                    <a:p>
                      <a:pPr indent="0" lvl="0" marL="0" rtl="0" algn="l">
                        <a:spcBef>
                          <a:spcPts val="0"/>
                        </a:spcBef>
                        <a:spcAft>
                          <a:spcPts val="0"/>
                        </a:spcAft>
                        <a:buNone/>
                      </a:pPr>
                      <a:r>
                        <a:rPr b="1" lang="en-US" sz="2500">
                          <a:solidFill>
                            <a:srgbClr val="FFFFFF"/>
                          </a:solidFill>
                          <a:latin typeface="Times New Roman"/>
                          <a:ea typeface="Times New Roman"/>
                          <a:cs typeface="Times New Roman"/>
                          <a:sym typeface="Times New Roman"/>
                        </a:rPr>
                        <a:t>1.- GESTIÓN DE INVENTARIO</a:t>
                      </a:r>
                      <a:endParaRPr sz="2500">
                        <a:latin typeface="Times New Roman"/>
                        <a:ea typeface="Times New Roman"/>
                        <a:cs typeface="Times New Roman"/>
                        <a:sym typeface="Times New Roman"/>
                      </a:endParaRPr>
                    </a:p>
                  </a:txBody>
                  <a:tcPr marT="0" marB="0" marR="25400" marL="254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2E75B6"/>
                    </a:solidFill>
                  </a:tcPr>
                </a:tc>
                <a:tc hMerge="1"/>
                <a:tc hMerge="1"/>
                <a:tc hMerge="1"/>
                <a:tc hMerge="1"/>
                <a:tc hMerge="1"/>
                <a:tc hMerge="1"/>
                <a:tc hMerge="1"/>
              </a:tr>
              <a:tr h="310850">
                <a:tc>
                  <a:txBody>
                    <a:bodyPr/>
                    <a:lstStyle/>
                    <a:p>
                      <a:pPr indent="0" lvl="0" marL="0" rtl="0" algn="ctr">
                        <a:spcBef>
                          <a:spcPts val="0"/>
                        </a:spcBef>
                        <a:spcAft>
                          <a:spcPts val="0"/>
                        </a:spcAft>
                        <a:buNone/>
                      </a:pPr>
                      <a:r>
                        <a:rPr b="1" lang="en-US" sz="2500">
                          <a:solidFill>
                            <a:srgbClr val="1F3864"/>
                          </a:solidFill>
                          <a:latin typeface="Times New Roman"/>
                          <a:ea typeface="Times New Roman"/>
                          <a:cs typeface="Times New Roman"/>
                          <a:sym typeface="Times New Roman"/>
                        </a:rPr>
                        <a:t>1.1</a:t>
                      </a:r>
                      <a:endParaRPr sz="2500">
                        <a:latin typeface="Times New Roman"/>
                        <a:ea typeface="Times New Roman"/>
                        <a:cs typeface="Times New Roman"/>
                        <a:sym typeface="Times New Roman"/>
                      </a:endParaRPr>
                    </a:p>
                  </a:txBody>
                  <a:tcPr marT="0" marB="0" marR="25400" marL="25400" anchor="ctr">
                    <a:lnL cap="flat" cmpd="sng" w="95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DD7EE"/>
                    </a:solidFill>
                  </a:tcPr>
                </a:tc>
                <a:tc>
                  <a:txBody>
                    <a:bodyPr/>
                    <a:lstStyle/>
                    <a:p>
                      <a:pPr indent="0" lvl="0" marL="0" rtl="0" algn="l">
                        <a:spcBef>
                          <a:spcPts val="0"/>
                        </a:spcBef>
                        <a:spcAft>
                          <a:spcPts val="0"/>
                        </a:spcAft>
                        <a:buNone/>
                      </a:pPr>
                      <a:r>
                        <a:rPr b="1" lang="en-US" sz="2500">
                          <a:solidFill>
                            <a:srgbClr val="1F3864"/>
                          </a:solidFill>
                          <a:latin typeface="Times New Roman"/>
                          <a:ea typeface="Times New Roman"/>
                          <a:cs typeface="Times New Roman"/>
                          <a:sym typeface="Times New Roman"/>
                        </a:rPr>
                        <a:t>Registro de Producto</a:t>
                      </a:r>
                      <a:endParaRPr sz="2500">
                        <a:latin typeface="Times New Roman"/>
                        <a:ea typeface="Times New Roman"/>
                        <a:cs typeface="Times New Roman"/>
                        <a:sym typeface="Times New Roman"/>
                      </a:endParaRPr>
                    </a:p>
                  </a:txBody>
                  <a:tcPr marT="0" marB="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DD7EE"/>
                    </a:solidFill>
                  </a:tcPr>
                </a:tc>
                <a:tc>
                  <a:txBody>
                    <a:bodyPr/>
                    <a:lstStyle/>
                    <a:p>
                      <a:pPr indent="0" lvl="0" marL="0" rtl="0" algn="ctr">
                        <a:spcBef>
                          <a:spcPts val="0"/>
                        </a:spcBef>
                        <a:spcAft>
                          <a:spcPts val="0"/>
                        </a:spcAft>
                        <a:buNone/>
                      </a:pPr>
                      <a:r>
                        <a:rPr b="1" lang="en-US" sz="2500">
                          <a:solidFill>
                            <a:srgbClr val="1F3864"/>
                          </a:solidFill>
                          <a:latin typeface="Times New Roman"/>
                          <a:ea typeface="Times New Roman"/>
                          <a:cs typeface="Times New Roman"/>
                          <a:sym typeface="Times New Roman"/>
                        </a:rPr>
                        <a:t>1</a:t>
                      </a:r>
                      <a:endParaRPr sz="2500">
                        <a:latin typeface="Times New Roman"/>
                        <a:ea typeface="Times New Roman"/>
                        <a:cs typeface="Times New Roman"/>
                        <a:sym typeface="Times New Roman"/>
                      </a:endParaRPr>
                    </a:p>
                  </a:txBody>
                  <a:tcPr marT="0" marB="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DD7EE"/>
                    </a:solidFill>
                  </a:tcPr>
                </a:tc>
                <a:tc>
                  <a:txBody>
                    <a:bodyPr/>
                    <a:lstStyle/>
                    <a:p>
                      <a:pPr indent="0" lvl="0" marL="0" rtl="0" algn="ctr">
                        <a:spcBef>
                          <a:spcPts val="0"/>
                        </a:spcBef>
                        <a:spcAft>
                          <a:spcPts val="0"/>
                        </a:spcAft>
                        <a:buNone/>
                      </a:pPr>
                      <a:r>
                        <a:rPr b="1" lang="en-US" sz="2500">
                          <a:solidFill>
                            <a:srgbClr val="1F3864"/>
                          </a:solidFill>
                          <a:latin typeface="Times New Roman"/>
                          <a:ea typeface="Times New Roman"/>
                          <a:cs typeface="Times New Roman"/>
                          <a:sym typeface="Times New Roman"/>
                        </a:rPr>
                        <a:t>1</a:t>
                      </a:r>
                      <a:endParaRPr sz="2500">
                        <a:latin typeface="Times New Roman"/>
                        <a:ea typeface="Times New Roman"/>
                        <a:cs typeface="Times New Roman"/>
                        <a:sym typeface="Times New Roman"/>
                      </a:endParaRPr>
                    </a:p>
                  </a:txBody>
                  <a:tcPr marT="0" marB="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DD7EE"/>
                    </a:solidFill>
                  </a:tcPr>
                </a:tc>
                <a:tc>
                  <a:txBody>
                    <a:bodyPr/>
                    <a:lstStyle/>
                    <a:p>
                      <a:pPr indent="0" lvl="0" marL="0" rtl="0" algn="ctr">
                        <a:spcBef>
                          <a:spcPts val="0"/>
                        </a:spcBef>
                        <a:spcAft>
                          <a:spcPts val="0"/>
                        </a:spcAft>
                        <a:buNone/>
                      </a:pPr>
                      <a:r>
                        <a:rPr b="1" lang="en-US" sz="2500">
                          <a:solidFill>
                            <a:srgbClr val="1F3864"/>
                          </a:solidFill>
                          <a:latin typeface="Times New Roman"/>
                          <a:ea typeface="Times New Roman"/>
                          <a:cs typeface="Times New Roman"/>
                          <a:sym typeface="Times New Roman"/>
                        </a:rPr>
                        <a:t>1</a:t>
                      </a:r>
                      <a:endParaRPr sz="2500">
                        <a:latin typeface="Times New Roman"/>
                        <a:ea typeface="Times New Roman"/>
                        <a:cs typeface="Times New Roman"/>
                        <a:sym typeface="Times New Roman"/>
                      </a:endParaRPr>
                    </a:p>
                  </a:txBody>
                  <a:tcPr marT="0" marB="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DD7EE"/>
                    </a:solidFill>
                  </a:tcPr>
                </a:tc>
                <a:tc>
                  <a:txBody>
                    <a:bodyPr/>
                    <a:lstStyle/>
                    <a:p>
                      <a:pPr indent="0" lvl="0" marL="0" rtl="0" algn="ctr">
                        <a:spcBef>
                          <a:spcPts val="0"/>
                        </a:spcBef>
                        <a:spcAft>
                          <a:spcPts val="0"/>
                        </a:spcAft>
                        <a:buNone/>
                      </a:pPr>
                      <a:r>
                        <a:rPr b="1" lang="en-US" sz="2500">
                          <a:solidFill>
                            <a:srgbClr val="1F3864"/>
                          </a:solidFill>
                          <a:latin typeface="Times New Roman"/>
                          <a:ea typeface="Times New Roman"/>
                          <a:cs typeface="Times New Roman"/>
                          <a:sym typeface="Times New Roman"/>
                        </a:rPr>
                        <a:t>1</a:t>
                      </a:r>
                      <a:endParaRPr sz="2500">
                        <a:latin typeface="Times New Roman"/>
                        <a:ea typeface="Times New Roman"/>
                        <a:cs typeface="Times New Roman"/>
                        <a:sym typeface="Times New Roman"/>
                      </a:endParaRPr>
                    </a:p>
                  </a:txBody>
                  <a:tcPr marT="0" marB="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DD7EE"/>
                    </a:solidFill>
                  </a:tcPr>
                </a:tc>
                <a:tc>
                  <a:txBody>
                    <a:bodyPr/>
                    <a:lstStyle/>
                    <a:p>
                      <a:pPr indent="0" lvl="0" marL="0" rtl="0" algn="ctr">
                        <a:spcBef>
                          <a:spcPts val="0"/>
                        </a:spcBef>
                        <a:spcAft>
                          <a:spcPts val="0"/>
                        </a:spcAft>
                        <a:buNone/>
                      </a:pPr>
                      <a:r>
                        <a:rPr b="1" lang="en-US" sz="2500">
                          <a:solidFill>
                            <a:srgbClr val="1F3864"/>
                          </a:solidFill>
                          <a:latin typeface="Times New Roman"/>
                          <a:ea typeface="Times New Roman"/>
                          <a:cs typeface="Times New Roman"/>
                          <a:sym typeface="Times New Roman"/>
                        </a:rPr>
                        <a:t>1</a:t>
                      </a:r>
                      <a:endParaRPr sz="2500">
                        <a:latin typeface="Times New Roman"/>
                        <a:ea typeface="Times New Roman"/>
                        <a:cs typeface="Times New Roman"/>
                        <a:sym typeface="Times New Roman"/>
                      </a:endParaRPr>
                    </a:p>
                  </a:txBody>
                  <a:tcPr marT="0" marB="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DD7EE"/>
                    </a:solidFill>
                  </a:tcPr>
                </a:tc>
                <a:tc>
                  <a:txBody>
                    <a:bodyPr/>
                    <a:lstStyle/>
                    <a:p>
                      <a:pPr indent="0" lvl="0" marL="0" rtl="0" algn="ctr">
                        <a:spcBef>
                          <a:spcPts val="0"/>
                        </a:spcBef>
                        <a:spcAft>
                          <a:spcPts val="0"/>
                        </a:spcAft>
                        <a:buNone/>
                      </a:pPr>
                      <a:r>
                        <a:rPr b="1" lang="en-US" sz="2500">
                          <a:solidFill>
                            <a:srgbClr val="1F3864"/>
                          </a:solidFill>
                          <a:latin typeface="Times New Roman"/>
                          <a:ea typeface="Times New Roman"/>
                          <a:cs typeface="Times New Roman"/>
                          <a:sym typeface="Times New Roman"/>
                        </a:rPr>
                        <a:t>1</a:t>
                      </a:r>
                      <a:endParaRPr sz="2500">
                        <a:latin typeface="Times New Roman"/>
                        <a:ea typeface="Times New Roman"/>
                        <a:cs typeface="Times New Roman"/>
                        <a:sym typeface="Times New Roman"/>
                      </a:endParaRPr>
                    </a:p>
                  </a:txBody>
                  <a:tcPr marT="0" marB="0" marR="25400" marL="25400" anchor="ctr">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DD7EE"/>
                    </a:solidFill>
                  </a:tcPr>
                </a:tc>
              </a:tr>
              <a:tr h="1789250">
                <a:tc>
                  <a:txBody>
                    <a:bodyPr/>
                    <a:lstStyle/>
                    <a:p>
                      <a:pPr indent="0" lvl="0" marL="0" rtl="0" algn="ctr">
                        <a:spcBef>
                          <a:spcPts val="0"/>
                        </a:spcBef>
                        <a:spcAft>
                          <a:spcPts val="0"/>
                        </a:spcAft>
                        <a:buNone/>
                      </a:pPr>
                      <a:r>
                        <a:rPr b="1" lang="en-US" sz="2500">
                          <a:solidFill>
                            <a:srgbClr val="1F3864"/>
                          </a:solidFill>
                          <a:latin typeface="Times New Roman"/>
                          <a:ea typeface="Times New Roman"/>
                          <a:cs typeface="Times New Roman"/>
                          <a:sym typeface="Times New Roman"/>
                        </a:rPr>
                        <a:t>RF01</a:t>
                      </a:r>
                      <a:endParaRPr sz="2500">
                        <a:latin typeface="Times New Roman"/>
                        <a:ea typeface="Times New Roman"/>
                        <a:cs typeface="Times New Roman"/>
                        <a:sym typeface="Times New Roman"/>
                      </a:endParaRPr>
                    </a:p>
                  </a:txBody>
                  <a:tcPr marT="0" marB="0" marR="25400" marL="25400" anchor="ctr">
                    <a:lnL cap="flat" cmpd="sng" w="95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gridSpan="7">
                  <a:txBody>
                    <a:bodyPr/>
                    <a:lstStyle/>
                    <a:p>
                      <a:pPr indent="0" lvl="0" marL="0" rtl="0" algn="l">
                        <a:spcBef>
                          <a:spcPts val="0"/>
                        </a:spcBef>
                        <a:spcAft>
                          <a:spcPts val="0"/>
                        </a:spcAft>
                        <a:buNone/>
                      </a:pPr>
                      <a:r>
                        <a:rPr i="1" lang="en-US" sz="2500">
                          <a:latin typeface="Times New Roman"/>
                          <a:ea typeface="Times New Roman"/>
                          <a:cs typeface="Times New Roman"/>
                          <a:sym typeface="Times New Roman"/>
                        </a:rPr>
                        <a:t>El sistema debe permitir registrar un nuevo producto mediante un formulario que incluya nombre del producto, código EAN-13, categoría de producto, precio de costo, precio de venta y stock mínimo. El sistema debe validar que el código EAN-13 no exista previamente en la base de datos, que ningún campo obligatorio se encuentre vacío y que los valores numéricos cumplan las restricciones indicadas. El precio de venta debe ser mayor que el precio de costo. Si algún dato no cumple las validaciones, el sistema debe impedir el registro y mostrar mensajes de error específicos por campo. Todo producto debe quedar registrado en estado "activo" por defecto.</a:t>
                      </a:r>
                      <a:endParaRPr i="1" sz="2500">
                        <a:latin typeface="Times New Roman"/>
                        <a:ea typeface="Times New Roman"/>
                        <a:cs typeface="Times New Roman"/>
                        <a:sym typeface="Times New Roman"/>
                      </a:endParaRPr>
                    </a:p>
                  </a:txBody>
                  <a:tcPr marT="0" marB="0" marR="25400" marL="25400">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hMerge="1"/>
                <a:tc hMerge="1"/>
                <a:tc hMerge="1"/>
                <a:tc hMerge="1"/>
                <a:tc hMerge="1"/>
                <a:tc hMerge="1"/>
              </a:tr>
            </a:tbl>
          </a:graphicData>
        </a:graphic>
      </p:graphicFrame>
      <p:sp>
        <p:nvSpPr>
          <p:cNvPr id="124" name="Google Shape;124;g3ec4c662846_0_201"/>
          <p:cNvSpPr/>
          <p:nvPr/>
        </p:nvSpPr>
        <p:spPr>
          <a:xfrm>
            <a:off x="147575" y="426950"/>
            <a:ext cx="645900" cy="645900"/>
          </a:xfrm>
          <a:prstGeom prst="ellipse">
            <a:avLst/>
          </a:prstGeom>
          <a:solidFill>
            <a:srgbClr val="88888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3400">
                <a:solidFill>
                  <a:schemeClr val="lt1"/>
                </a:solidFill>
                <a:latin typeface="DM Sans Black"/>
                <a:ea typeface="DM Sans Black"/>
                <a:cs typeface="DM Sans Black"/>
                <a:sym typeface="DM Sans Black"/>
              </a:rPr>
              <a:t>2</a:t>
            </a:r>
            <a:endParaRPr sz="3400">
              <a:solidFill>
                <a:schemeClr val="lt1"/>
              </a:solidFill>
              <a:latin typeface="DM Sans Black"/>
              <a:ea typeface="DM Sans Black"/>
              <a:cs typeface="DM Sans Black"/>
              <a:sym typeface="DM Sans Black"/>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DD7EE"/>
        </a:solidFill>
      </p:bgPr>
    </p:bg>
    <p:spTree>
      <p:nvGrpSpPr>
        <p:cNvPr id="128" name="Shape 128"/>
        <p:cNvGrpSpPr/>
        <p:nvPr/>
      </p:nvGrpSpPr>
      <p:grpSpPr>
        <a:xfrm>
          <a:off x="0" y="0"/>
          <a:ext cx="0" cy="0"/>
          <a:chOff x="0" y="0"/>
          <a:chExt cx="0" cy="0"/>
        </a:xfrm>
      </p:grpSpPr>
      <p:sp>
        <p:nvSpPr>
          <p:cNvPr id="129" name="Google Shape;129;g3ec4c662846_0_249"/>
          <p:cNvSpPr/>
          <p:nvPr/>
        </p:nvSpPr>
        <p:spPr>
          <a:xfrm flipH="1" rot="3509744">
            <a:off x="-12348600" y="-2269574"/>
            <a:ext cx="22536371" cy="8185034"/>
          </a:xfrm>
          <a:custGeom>
            <a:rect b="b" l="l" r="r" t="t"/>
            <a:pathLst>
              <a:path extrusionOk="0" h="8186006" w="22539048">
                <a:moveTo>
                  <a:pt x="22539048" y="0"/>
                </a:moveTo>
                <a:lnTo>
                  <a:pt x="0" y="0"/>
                </a:lnTo>
                <a:lnTo>
                  <a:pt x="0" y="8186006"/>
                </a:lnTo>
                <a:lnTo>
                  <a:pt x="22539048" y="8186006"/>
                </a:lnTo>
                <a:lnTo>
                  <a:pt x="22539048" y="0"/>
                </a:lnTo>
                <a:close/>
              </a:path>
            </a:pathLst>
          </a:custGeom>
          <a:blipFill rotWithShape="1">
            <a:blip r:embed="rId3">
              <a:alphaModFix/>
            </a:blip>
            <a:stretch>
              <a:fillRect b="0" l="0" r="0" t="0"/>
            </a:stretch>
          </a:blipFill>
          <a:ln>
            <a:noFill/>
          </a:ln>
        </p:spPr>
      </p:sp>
      <p:sp>
        <p:nvSpPr>
          <p:cNvPr id="130" name="Google Shape;130;g3ec4c662846_0_249"/>
          <p:cNvSpPr/>
          <p:nvPr/>
        </p:nvSpPr>
        <p:spPr>
          <a:xfrm rot="-2998448">
            <a:off x="7758840" y="638680"/>
            <a:ext cx="22516850" cy="8177944"/>
          </a:xfrm>
          <a:custGeom>
            <a:rect b="b" l="l" r="r" t="t"/>
            <a:pathLst>
              <a:path extrusionOk="0" h="8186006" w="22539048">
                <a:moveTo>
                  <a:pt x="22539048" y="0"/>
                </a:moveTo>
                <a:lnTo>
                  <a:pt x="0" y="0"/>
                </a:lnTo>
                <a:lnTo>
                  <a:pt x="0" y="8186006"/>
                </a:lnTo>
                <a:lnTo>
                  <a:pt x="22539048" y="8186006"/>
                </a:lnTo>
                <a:lnTo>
                  <a:pt x="22539048" y="0"/>
                </a:lnTo>
                <a:close/>
              </a:path>
            </a:pathLst>
          </a:custGeom>
          <a:blipFill rotWithShape="1">
            <a:blip r:embed="rId3">
              <a:alphaModFix/>
            </a:blip>
            <a:stretch>
              <a:fillRect b="0" l="0" r="0" t="0"/>
            </a:stretch>
          </a:blipFill>
          <a:ln>
            <a:noFill/>
          </a:ln>
        </p:spPr>
      </p:sp>
      <p:pic>
        <p:nvPicPr>
          <p:cNvPr id="131" name="Google Shape;131;g3ec4c662846_0_249"/>
          <p:cNvPicPr preferRelativeResize="0"/>
          <p:nvPr/>
        </p:nvPicPr>
        <p:blipFill>
          <a:blip r:embed="rId4">
            <a:alphaModFix/>
          </a:blip>
          <a:stretch>
            <a:fillRect/>
          </a:stretch>
        </p:blipFill>
        <p:spPr>
          <a:xfrm>
            <a:off x="2424353" y="4850900"/>
            <a:ext cx="13439299" cy="5213425"/>
          </a:xfrm>
          <a:prstGeom prst="rect">
            <a:avLst/>
          </a:prstGeom>
          <a:noFill/>
          <a:ln>
            <a:noFill/>
          </a:ln>
        </p:spPr>
      </p:pic>
      <p:sp>
        <p:nvSpPr>
          <p:cNvPr id="132" name="Google Shape;132;g3ec4c662846_0_249"/>
          <p:cNvSpPr txBox="1"/>
          <p:nvPr/>
        </p:nvSpPr>
        <p:spPr>
          <a:xfrm>
            <a:off x="1010250" y="307100"/>
            <a:ext cx="16267500" cy="646500"/>
          </a:xfrm>
          <a:prstGeom prst="rect">
            <a:avLst/>
          </a:prstGeom>
          <a:noFill/>
          <a:ln>
            <a:noFill/>
          </a:ln>
        </p:spPr>
        <p:txBody>
          <a:bodyPr anchorCtr="0" anchor="t" bIns="0" lIns="0" spcFirstLastPara="1" rIns="0" wrap="square" tIns="0">
            <a:spAutoFit/>
          </a:bodyPr>
          <a:lstStyle/>
          <a:p>
            <a:pPr indent="0" lvl="0" marL="0" marR="0" rtl="0" algn="ctr">
              <a:lnSpc>
                <a:spcPct val="139990"/>
              </a:lnSpc>
              <a:spcBef>
                <a:spcPts val="0"/>
              </a:spcBef>
              <a:spcAft>
                <a:spcPts val="0"/>
              </a:spcAft>
              <a:buNone/>
            </a:pPr>
            <a:r>
              <a:rPr b="1" lang="en-US" sz="4200">
                <a:latin typeface="DM Sans"/>
                <a:ea typeface="DM Sans"/>
                <a:cs typeface="DM Sans"/>
                <a:sym typeface="DM Sans"/>
              </a:rPr>
              <a:t>Requerimiento 2 - CU 03 - Eliminando producto del inventario</a:t>
            </a:r>
            <a:endParaRPr b="1" sz="100">
              <a:latin typeface="DM Sans"/>
              <a:ea typeface="DM Sans"/>
              <a:cs typeface="DM Sans"/>
              <a:sym typeface="DM Sans"/>
            </a:endParaRPr>
          </a:p>
        </p:txBody>
      </p:sp>
      <p:graphicFrame>
        <p:nvGraphicFramePr>
          <p:cNvPr id="133" name="Google Shape;133;g3ec4c662846_0_249"/>
          <p:cNvGraphicFramePr/>
          <p:nvPr/>
        </p:nvGraphicFramePr>
        <p:xfrm>
          <a:off x="1010250" y="1241913"/>
          <a:ext cx="3000000" cy="3000000"/>
        </p:xfrm>
        <a:graphic>
          <a:graphicData uri="http://schemas.openxmlformats.org/drawingml/2006/table">
            <a:tbl>
              <a:tblPr>
                <a:noFill/>
                <a:tableStyleId>{7D3F7B4B-66F0-4F59-A0D9-4DB72CCBAB3D}</a:tableStyleId>
              </a:tblPr>
              <a:tblGrid>
                <a:gridCol w="1165675"/>
                <a:gridCol w="5439775"/>
                <a:gridCol w="1554225"/>
                <a:gridCol w="1580125"/>
                <a:gridCol w="1735550"/>
                <a:gridCol w="1502400"/>
                <a:gridCol w="2150000"/>
                <a:gridCol w="1139750"/>
              </a:tblGrid>
              <a:tr h="688150">
                <a:tc>
                  <a:txBody>
                    <a:bodyPr/>
                    <a:lstStyle/>
                    <a:p>
                      <a:pPr indent="0" lvl="0" marL="0" rtl="0" algn="ctr">
                        <a:spcBef>
                          <a:spcPts val="0"/>
                        </a:spcBef>
                        <a:spcAft>
                          <a:spcPts val="0"/>
                        </a:spcAft>
                        <a:buNone/>
                      </a:pPr>
                      <a:r>
                        <a:rPr b="1" lang="en-US" sz="2500">
                          <a:solidFill>
                            <a:srgbClr val="FFFFFF"/>
                          </a:solidFill>
                          <a:latin typeface="Times New Roman"/>
                          <a:ea typeface="Times New Roman"/>
                          <a:cs typeface="Times New Roman"/>
                          <a:sym typeface="Times New Roman"/>
                        </a:rPr>
                        <a:t>ID</a:t>
                      </a:r>
                      <a:endParaRPr sz="2500">
                        <a:latin typeface="Times New Roman"/>
                        <a:ea typeface="Times New Roman"/>
                        <a:cs typeface="Times New Roman"/>
                        <a:sym typeface="Times New Roman"/>
                      </a:endParaRPr>
                    </a:p>
                  </a:txBody>
                  <a:tcPr marT="0" marB="0" marR="25400" marL="25400" anchor="ctr">
                    <a:lnL cap="flat" cmpd="sng" w="95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3864"/>
                    </a:solidFill>
                  </a:tcPr>
                </a:tc>
                <a:tc>
                  <a:txBody>
                    <a:bodyPr/>
                    <a:lstStyle/>
                    <a:p>
                      <a:pPr indent="0" lvl="0" marL="0" rtl="0" algn="ctr">
                        <a:spcBef>
                          <a:spcPts val="0"/>
                        </a:spcBef>
                        <a:spcAft>
                          <a:spcPts val="0"/>
                        </a:spcAft>
                        <a:buNone/>
                      </a:pPr>
                      <a:r>
                        <a:rPr b="1" lang="en-US" sz="2500">
                          <a:solidFill>
                            <a:srgbClr val="FFFFFF"/>
                          </a:solidFill>
                          <a:latin typeface="Times New Roman"/>
                          <a:ea typeface="Times New Roman"/>
                          <a:cs typeface="Times New Roman"/>
                          <a:sym typeface="Times New Roman"/>
                        </a:rPr>
                        <a:t>Descripción</a:t>
                      </a:r>
                      <a:endParaRPr sz="2500">
                        <a:latin typeface="Times New Roman"/>
                        <a:ea typeface="Times New Roman"/>
                        <a:cs typeface="Times New Roman"/>
                        <a:sym typeface="Times New Roman"/>
                      </a:endParaRPr>
                    </a:p>
                  </a:txBody>
                  <a:tcPr marT="0" marB="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3864"/>
                    </a:solidFill>
                  </a:tcPr>
                </a:tc>
                <a:tc>
                  <a:txBody>
                    <a:bodyPr/>
                    <a:lstStyle/>
                    <a:p>
                      <a:pPr indent="0" lvl="0" marL="0" rtl="0" algn="ctr">
                        <a:lnSpc>
                          <a:spcPct val="150000"/>
                        </a:lnSpc>
                        <a:spcBef>
                          <a:spcPts val="0"/>
                        </a:spcBef>
                        <a:spcAft>
                          <a:spcPts val="0"/>
                        </a:spcAft>
                        <a:buNone/>
                      </a:pPr>
                      <a:r>
                        <a:rPr b="1" lang="en-US" sz="2500">
                          <a:solidFill>
                            <a:srgbClr val="FFFFFF"/>
                          </a:solidFill>
                          <a:latin typeface="Times New Roman"/>
                          <a:ea typeface="Times New Roman"/>
                          <a:cs typeface="Times New Roman"/>
                          <a:sym typeface="Times New Roman"/>
                        </a:rPr>
                        <a:t>Necesidad</a:t>
                      </a:r>
                      <a:endParaRPr sz="2500">
                        <a:latin typeface="Times New Roman"/>
                        <a:ea typeface="Times New Roman"/>
                        <a:cs typeface="Times New Roman"/>
                        <a:sym typeface="Times New Roman"/>
                      </a:endParaRPr>
                    </a:p>
                  </a:txBody>
                  <a:tcPr marT="0" marB="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3864"/>
                    </a:solidFill>
                  </a:tcPr>
                </a:tc>
                <a:tc>
                  <a:txBody>
                    <a:bodyPr/>
                    <a:lstStyle/>
                    <a:p>
                      <a:pPr indent="0" lvl="0" marL="0" rtl="0" algn="ctr">
                        <a:lnSpc>
                          <a:spcPct val="150000"/>
                        </a:lnSpc>
                        <a:spcBef>
                          <a:spcPts val="0"/>
                        </a:spcBef>
                        <a:spcAft>
                          <a:spcPts val="0"/>
                        </a:spcAft>
                        <a:buNone/>
                      </a:pPr>
                      <a:r>
                        <a:rPr b="1" lang="en-US" sz="2500">
                          <a:solidFill>
                            <a:srgbClr val="FFFFFF"/>
                          </a:solidFill>
                          <a:latin typeface="Times New Roman"/>
                          <a:ea typeface="Times New Roman"/>
                          <a:cs typeface="Times New Roman"/>
                          <a:sym typeface="Times New Roman"/>
                        </a:rPr>
                        <a:t>Prioridad</a:t>
                      </a:r>
                      <a:endParaRPr sz="2500">
                        <a:latin typeface="Times New Roman"/>
                        <a:ea typeface="Times New Roman"/>
                        <a:cs typeface="Times New Roman"/>
                        <a:sym typeface="Times New Roman"/>
                      </a:endParaRPr>
                    </a:p>
                  </a:txBody>
                  <a:tcPr marT="0" marB="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3864"/>
                    </a:solidFill>
                  </a:tcPr>
                </a:tc>
                <a:tc>
                  <a:txBody>
                    <a:bodyPr/>
                    <a:lstStyle/>
                    <a:p>
                      <a:pPr indent="0" lvl="0" marL="0" rtl="0" algn="ctr">
                        <a:lnSpc>
                          <a:spcPct val="150000"/>
                        </a:lnSpc>
                        <a:spcBef>
                          <a:spcPts val="0"/>
                        </a:spcBef>
                        <a:spcAft>
                          <a:spcPts val="0"/>
                        </a:spcAft>
                        <a:buNone/>
                      </a:pPr>
                      <a:r>
                        <a:rPr b="1" lang="en-US" sz="2500">
                          <a:solidFill>
                            <a:srgbClr val="FFFFFF"/>
                          </a:solidFill>
                          <a:latin typeface="Times New Roman"/>
                          <a:ea typeface="Times New Roman"/>
                          <a:cs typeface="Times New Roman"/>
                          <a:sym typeface="Times New Roman"/>
                        </a:rPr>
                        <a:t>Estabilidad</a:t>
                      </a:r>
                      <a:endParaRPr sz="2500">
                        <a:latin typeface="Times New Roman"/>
                        <a:ea typeface="Times New Roman"/>
                        <a:cs typeface="Times New Roman"/>
                        <a:sym typeface="Times New Roman"/>
                      </a:endParaRPr>
                    </a:p>
                  </a:txBody>
                  <a:tcPr marT="0" marB="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3864"/>
                    </a:solidFill>
                  </a:tcPr>
                </a:tc>
                <a:tc>
                  <a:txBody>
                    <a:bodyPr/>
                    <a:lstStyle/>
                    <a:p>
                      <a:pPr indent="0" lvl="0" marL="0" rtl="0" algn="ctr">
                        <a:lnSpc>
                          <a:spcPct val="150000"/>
                        </a:lnSpc>
                        <a:spcBef>
                          <a:spcPts val="0"/>
                        </a:spcBef>
                        <a:spcAft>
                          <a:spcPts val="0"/>
                        </a:spcAft>
                        <a:buNone/>
                      </a:pPr>
                      <a:r>
                        <a:rPr b="1" lang="en-US" sz="2500">
                          <a:solidFill>
                            <a:srgbClr val="FFFFFF"/>
                          </a:solidFill>
                          <a:latin typeface="Times New Roman"/>
                          <a:ea typeface="Times New Roman"/>
                          <a:cs typeface="Times New Roman"/>
                          <a:sym typeface="Times New Roman"/>
                        </a:rPr>
                        <a:t>Claridad</a:t>
                      </a:r>
                      <a:endParaRPr sz="2500">
                        <a:latin typeface="Times New Roman"/>
                        <a:ea typeface="Times New Roman"/>
                        <a:cs typeface="Times New Roman"/>
                        <a:sym typeface="Times New Roman"/>
                      </a:endParaRPr>
                    </a:p>
                  </a:txBody>
                  <a:tcPr marT="0" marB="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3864"/>
                    </a:solidFill>
                  </a:tcPr>
                </a:tc>
                <a:tc>
                  <a:txBody>
                    <a:bodyPr/>
                    <a:lstStyle/>
                    <a:p>
                      <a:pPr indent="0" lvl="0" marL="0" rtl="0" algn="ctr">
                        <a:lnSpc>
                          <a:spcPct val="150000"/>
                        </a:lnSpc>
                        <a:spcBef>
                          <a:spcPts val="0"/>
                        </a:spcBef>
                        <a:spcAft>
                          <a:spcPts val="0"/>
                        </a:spcAft>
                        <a:buNone/>
                      </a:pPr>
                      <a:r>
                        <a:rPr b="1" lang="en-US" sz="2500">
                          <a:solidFill>
                            <a:srgbClr val="FFFFFF"/>
                          </a:solidFill>
                          <a:latin typeface="Times New Roman"/>
                          <a:ea typeface="Times New Roman"/>
                          <a:cs typeface="Times New Roman"/>
                          <a:sym typeface="Times New Roman"/>
                        </a:rPr>
                        <a:t>Verificabilidad</a:t>
                      </a:r>
                      <a:endParaRPr sz="2500">
                        <a:latin typeface="Times New Roman"/>
                        <a:ea typeface="Times New Roman"/>
                        <a:cs typeface="Times New Roman"/>
                        <a:sym typeface="Times New Roman"/>
                      </a:endParaRPr>
                    </a:p>
                  </a:txBody>
                  <a:tcPr marT="0" marB="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3864"/>
                    </a:solidFill>
                  </a:tcPr>
                </a:tc>
                <a:tc>
                  <a:txBody>
                    <a:bodyPr/>
                    <a:lstStyle/>
                    <a:p>
                      <a:pPr indent="0" lvl="0" marL="0" rtl="0" algn="ctr">
                        <a:lnSpc>
                          <a:spcPct val="150000"/>
                        </a:lnSpc>
                        <a:spcBef>
                          <a:spcPts val="0"/>
                        </a:spcBef>
                        <a:spcAft>
                          <a:spcPts val="0"/>
                        </a:spcAft>
                        <a:buNone/>
                      </a:pPr>
                      <a:r>
                        <a:rPr b="1" lang="en-US" sz="2500">
                          <a:solidFill>
                            <a:srgbClr val="FFFFFF"/>
                          </a:solidFill>
                          <a:latin typeface="Times New Roman"/>
                          <a:ea typeface="Times New Roman"/>
                          <a:cs typeface="Times New Roman"/>
                          <a:sym typeface="Times New Roman"/>
                        </a:rPr>
                        <a:t>Fuente</a:t>
                      </a:r>
                      <a:endParaRPr sz="2500">
                        <a:latin typeface="Times New Roman"/>
                        <a:ea typeface="Times New Roman"/>
                        <a:cs typeface="Times New Roman"/>
                        <a:sym typeface="Times New Roman"/>
                      </a:endParaRPr>
                    </a:p>
                  </a:txBody>
                  <a:tcPr marT="0" marB="0" marR="25400" marL="25400" anchor="ctr">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3864"/>
                    </a:solidFill>
                  </a:tcPr>
                </a:tc>
              </a:tr>
              <a:tr h="225800">
                <a:tc gridSpan="8">
                  <a:txBody>
                    <a:bodyPr/>
                    <a:lstStyle/>
                    <a:p>
                      <a:pPr indent="0" lvl="0" marL="0" rtl="0" algn="l">
                        <a:spcBef>
                          <a:spcPts val="0"/>
                        </a:spcBef>
                        <a:spcAft>
                          <a:spcPts val="0"/>
                        </a:spcAft>
                        <a:buNone/>
                      </a:pPr>
                      <a:r>
                        <a:rPr b="1" lang="en-US" sz="2500">
                          <a:solidFill>
                            <a:srgbClr val="FFFFFF"/>
                          </a:solidFill>
                          <a:latin typeface="Times New Roman"/>
                          <a:ea typeface="Times New Roman"/>
                          <a:cs typeface="Times New Roman"/>
                          <a:sym typeface="Times New Roman"/>
                        </a:rPr>
                        <a:t>1.- GESTIÓN DE INVENTARIO</a:t>
                      </a:r>
                      <a:endParaRPr sz="2500">
                        <a:latin typeface="Times New Roman"/>
                        <a:ea typeface="Times New Roman"/>
                        <a:cs typeface="Times New Roman"/>
                        <a:sym typeface="Times New Roman"/>
                      </a:endParaRPr>
                    </a:p>
                  </a:txBody>
                  <a:tcPr marT="0" marB="0" marR="25400" marL="254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2E75B6"/>
                    </a:solidFill>
                  </a:tcPr>
                </a:tc>
                <a:tc hMerge="1"/>
                <a:tc hMerge="1"/>
                <a:tc hMerge="1"/>
                <a:tc hMerge="1"/>
                <a:tc hMerge="1"/>
                <a:tc hMerge="1"/>
                <a:tc hMerge="1"/>
              </a:tr>
              <a:tr h="338900">
                <a:tc>
                  <a:txBody>
                    <a:bodyPr/>
                    <a:lstStyle/>
                    <a:p>
                      <a:pPr indent="0" lvl="0" marL="0" rtl="0" algn="ctr">
                        <a:spcBef>
                          <a:spcPts val="0"/>
                        </a:spcBef>
                        <a:spcAft>
                          <a:spcPts val="0"/>
                        </a:spcAft>
                        <a:buNone/>
                      </a:pPr>
                      <a:r>
                        <a:rPr b="1" lang="en-US" sz="2500">
                          <a:solidFill>
                            <a:srgbClr val="1F3864"/>
                          </a:solidFill>
                          <a:latin typeface="Times New Roman"/>
                          <a:ea typeface="Times New Roman"/>
                          <a:cs typeface="Times New Roman"/>
                          <a:sym typeface="Times New Roman"/>
                        </a:rPr>
                        <a:t>1.3</a:t>
                      </a:r>
                      <a:endParaRPr sz="2500">
                        <a:latin typeface="Times New Roman"/>
                        <a:ea typeface="Times New Roman"/>
                        <a:cs typeface="Times New Roman"/>
                        <a:sym typeface="Times New Roman"/>
                      </a:endParaRPr>
                    </a:p>
                  </a:txBody>
                  <a:tcPr marT="0" marB="0" marR="25400" marL="25400" anchor="ctr">
                    <a:lnL cap="flat" cmpd="sng" w="95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DD7EE"/>
                    </a:solidFill>
                  </a:tcPr>
                </a:tc>
                <a:tc>
                  <a:txBody>
                    <a:bodyPr/>
                    <a:lstStyle/>
                    <a:p>
                      <a:pPr indent="0" lvl="0" marL="0" rtl="0" algn="l">
                        <a:spcBef>
                          <a:spcPts val="0"/>
                        </a:spcBef>
                        <a:spcAft>
                          <a:spcPts val="0"/>
                        </a:spcAft>
                        <a:buNone/>
                      </a:pPr>
                      <a:r>
                        <a:rPr b="1" lang="en-US" sz="2500">
                          <a:solidFill>
                            <a:srgbClr val="1F3864"/>
                          </a:solidFill>
                          <a:latin typeface="Times New Roman"/>
                          <a:ea typeface="Times New Roman"/>
                          <a:cs typeface="Times New Roman"/>
                          <a:sym typeface="Times New Roman"/>
                        </a:rPr>
                        <a:t>Eliminación de Producto</a:t>
                      </a:r>
                      <a:endParaRPr sz="2500">
                        <a:latin typeface="Times New Roman"/>
                        <a:ea typeface="Times New Roman"/>
                        <a:cs typeface="Times New Roman"/>
                        <a:sym typeface="Times New Roman"/>
                      </a:endParaRPr>
                    </a:p>
                  </a:txBody>
                  <a:tcPr marT="0" marB="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DD7EE"/>
                    </a:solidFill>
                  </a:tcPr>
                </a:tc>
                <a:tc>
                  <a:txBody>
                    <a:bodyPr/>
                    <a:lstStyle/>
                    <a:p>
                      <a:pPr indent="0" lvl="0" marL="0" rtl="0" algn="ctr">
                        <a:spcBef>
                          <a:spcPts val="0"/>
                        </a:spcBef>
                        <a:spcAft>
                          <a:spcPts val="0"/>
                        </a:spcAft>
                        <a:buNone/>
                      </a:pPr>
                      <a:r>
                        <a:rPr b="1" lang="en-US" sz="2500">
                          <a:solidFill>
                            <a:srgbClr val="1F3864"/>
                          </a:solidFill>
                          <a:latin typeface="Times New Roman"/>
                          <a:ea typeface="Times New Roman"/>
                          <a:cs typeface="Times New Roman"/>
                          <a:sym typeface="Times New Roman"/>
                        </a:rPr>
                        <a:t>1</a:t>
                      </a:r>
                      <a:endParaRPr sz="2500">
                        <a:latin typeface="Times New Roman"/>
                        <a:ea typeface="Times New Roman"/>
                        <a:cs typeface="Times New Roman"/>
                        <a:sym typeface="Times New Roman"/>
                      </a:endParaRPr>
                    </a:p>
                  </a:txBody>
                  <a:tcPr marT="0" marB="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DD7EE"/>
                    </a:solidFill>
                  </a:tcPr>
                </a:tc>
                <a:tc>
                  <a:txBody>
                    <a:bodyPr/>
                    <a:lstStyle/>
                    <a:p>
                      <a:pPr indent="0" lvl="0" marL="0" rtl="0" algn="ctr">
                        <a:spcBef>
                          <a:spcPts val="0"/>
                        </a:spcBef>
                        <a:spcAft>
                          <a:spcPts val="0"/>
                        </a:spcAft>
                        <a:buNone/>
                      </a:pPr>
                      <a:r>
                        <a:rPr b="1" lang="en-US" sz="2500">
                          <a:solidFill>
                            <a:srgbClr val="1F3864"/>
                          </a:solidFill>
                          <a:latin typeface="Times New Roman"/>
                          <a:ea typeface="Times New Roman"/>
                          <a:cs typeface="Times New Roman"/>
                          <a:sym typeface="Times New Roman"/>
                        </a:rPr>
                        <a:t>1</a:t>
                      </a:r>
                      <a:endParaRPr sz="2500">
                        <a:latin typeface="Times New Roman"/>
                        <a:ea typeface="Times New Roman"/>
                        <a:cs typeface="Times New Roman"/>
                        <a:sym typeface="Times New Roman"/>
                      </a:endParaRPr>
                    </a:p>
                  </a:txBody>
                  <a:tcPr marT="0" marB="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DD7EE"/>
                    </a:solidFill>
                  </a:tcPr>
                </a:tc>
                <a:tc>
                  <a:txBody>
                    <a:bodyPr/>
                    <a:lstStyle/>
                    <a:p>
                      <a:pPr indent="0" lvl="0" marL="0" rtl="0" algn="ctr">
                        <a:spcBef>
                          <a:spcPts val="0"/>
                        </a:spcBef>
                        <a:spcAft>
                          <a:spcPts val="0"/>
                        </a:spcAft>
                        <a:buNone/>
                      </a:pPr>
                      <a:r>
                        <a:rPr b="1" lang="en-US" sz="2500">
                          <a:solidFill>
                            <a:srgbClr val="1F3864"/>
                          </a:solidFill>
                          <a:latin typeface="Times New Roman"/>
                          <a:ea typeface="Times New Roman"/>
                          <a:cs typeface="Times New Roman"/>
                          <a:sym typeface="Times New Roman"/>
                        </a:rPr>
                        <a:t>1</a:t>
                      </a:r>
                      <a:endParaRPr sz="2500">
                        <a:latin typeface="Times New Roman"/>
                        <a:ea typeface="Times New Roman"/>
                        <a:cs typeface="Times New Roman"/>
                        <a:sym typeface="Times New Roman"/>
                      </a:endParaRPr>
                    </a:p>
                  </a:txBody>
                  <a:tcPr marT="0" marB="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DD7EE"/>
                    </a:solidFill>
                  </a:tcPr>
                </a:tc>
                <a:tc>
                  <a:txBody>
                    <a:bodyPr/>
                    <a:lstStyle/>
                    <a:p>
                      <a:pPr indent="0" lvl="0" marL="0" rtl="0" algn="ctr">
                        <a:spcBef>
                          <a:spcPts val="0"/>
                        </a:spcBef>
                        <a:spcAft>
                          <a:spcPts val="0"/>
                        </a:spcAft>
                        <a:buNone/>
                      </a:pPr>
                      <a:r>
                        <a:rPr b="1" lang="en-US" sz="2500">
                          <a:solidFill>
                            <a:srgbClr val="1F3864"/>
                          </a:solidFill>
                          <a:latin typeface="Times New Roman"/>
                          <a:ea typeface="Times New Roman"/>
                          <a:cs typeface="Times New Roman"/>
                          <a:sym typeface="Times New Roman"/>
                        </a:rPr>
                        <a:t>1</a:t>
                      </a:r>
                      <a:endParaRPr sz="2500">
                        <a:latin typeface="Times New Roman"/>
                        <a:ea typeface="Times New Roman"/>
                        <a:cs typeface="Times New Roman"/>
                        <a:sym typeface="Times New Roman"/>
                      </a:endParaRPr>
                    </a:p>
                  </a:txBody>
                  <a:tcPr marT="0" marB="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DD7EE"/>
                    </a:solidFill>
                  </a:tcPr>
                </a:tc>
                <a:tc>
                  <a:txBody>
                    <a:bodyPr/>
                    <a:lstStyle/>
                    <a:p>
                      <a:pPr indent="0" lvl="0" marL="0" rtl="0" algn="ctr">
                        <a:spcBef>
                          <a:spcPts val="0"/>
                        </a:spcBef>
                        <a:spcAft>
                          <a:spcPts val="0"/>
                        </a:spcAft>
                        <a:buNone/>
                      </a:pPr>
                      <a:r>
                        <a:rPr b="1" lang="en-US" sz="2500">
                          <a:solidFill>
                            <a:srgbClr val="1F3864"/>
                          </a:solidFill>
                          <a:latin typeface="Times New Roman"/>
                          <a:ea typeface="Times New Roman"/>
                          <a:cs typeface="Times New Roman"/>
                          <a:sym typeface="Times New Roman"/>
                        </a:rPr>
                        <a:t>1</a:t>
                      </a:r>
                      <a:endParaRPr sz="2500">
                        <a:latin typeface="Times New Roman"/>
                        <a:ea typeface="Times New Roman"/>
                        <a:cs typeface="Times New Roman"/>
                        <a:sym typeface="Times New Roman"/>
                      </a:endParaRPr>
                    </a:p>
                  </a:txBody>
                  <a:tcPr marT="0" marB="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DD7EE"/>
                    </a:solidFill>
                  </a:tcPr>
                </a:tc>
                <a:tc>
                  <a:txBody>
                    <a:bodyPr/>
                    <a:lstStyle/>
                    <a:p>
                      <a:pPr indent="0" lvl="0" marL="0" rtl="0" algn="ctr">
                        <a:spcBef>
                          <a:spcPts val="0"/>
                        </a:spcBef>
                        <a:spcAft>
                          <a:spcPts val="0"/>
                        </a:spcAft>
                        <a:buNone/>
                      </a:pPr>
                      <a:r>
                        <a:rPr b="1" lang="en-US" sz="2500">
                          <a:solidFill>
                            <a:srgbClr val="1F3864"/>
                          </a:solidFill>
                          <a:latin typeface="Times New Roman"/>
                          <a:ea typeface="Times New Roman"/>
                          <a:cs typeface="Times New Roman"/>
                          <a:sym typeface="Times New Roman"/>
                        </a:rPr>
                        <a:t>1</a:t>
                      </a:r>
                      <a:endParaRPr sz="2500">
                        <a:latin typeface="Times New Roman"/>
                        <a:ea typeface="Times New Roman"/>
                        <a:cs typeface="Times New Roman"/>
                        <a:sym typeface="Times New Roman"/>
                      </a:endParaRPr>
                    </a:p>
                  </a:txBody>
                  <a:tcPr marT="0" marB="0" marR="25400" marL="25400" anchor="ctr">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DD7EE"/>
                    </a:solidFill>
                  </a:tcPr>
                </a:tc>
              </a:tr>
              <a:tr h="2033475">
                <a:tc>
                  <a:txBody>
                    <a:bodyPr/>
                    <a:lstStyle/>
                    <a:p>
                      <a:pPr indent="0" lvl="0" marL="0" rtl="0" algn="ctr">
                        <a:spcBef>
                          <a:spcPts val="0"/>
                        </a:spcBef>
                        <a:spcAft>
                          <a:spcPts val="0"/>
                        </a:spcAft>
                        <a:buNone/>
                      </a:pPr>
                      <a:r>
                        <a:rPr b="1" lang="en-US" sz="2500">
                          <a:solidFill>
                            <a:srgbClr val="1F3864"/>
                          </a:solidFill>
                          <a:latin typeface="Times New Roman"/>
                          <a:ea typeface="Times New Roman"/>
                          <a:cs typeface="Times New Roman"/>
                          <a:sym typeface="Times New Roman"/>
                        </a:rPr>
                        <a:t>RF03</a:t>
                      </a:r>
                      <a:endParaRPr sz="2500">
                        <a:latin typeface="Times New Roman"/>
                        <a:ea typeface="Times New Roman"/>
                        <a:cs typeface="Times New Roman"/>
                        <a:sym typeface="Times New Roman"/>
                      </a:endParaRPr>
                    </a:p>
                  </a:txBody>
                  <a:tcPr marT="0" marB="0" marR="25400" marL="25400" anchor="ctr">
                    <a:lnL cap="flat" cmpd="sng" w="95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gridSpan="7">
                  <a:txBody>
                    <a:bodyPr/>
                    <a:lstStyle/>
                    <a:p>
                      <a:pPr indent="0" lvl="0" marL="0" rtl="0" algn="l">
                        <a:spcBef>
                          <a:spcPts val="0"/>
                        </a:spcBef>
                        <a:spcAft>
                          <a:spcPts val="0"/>
                        </a:spcAft>
                        <a:buNone/>
                      </a:pPr>
                      <a:r>
                        <a:rPr i="1" lang="en-US" sz="2500">
                          <a:latin typeface="Times New Roman"/>
                          <a:ea typeface="Times New Roman"/>
                          <a:cs typeface="Times New Roman"/>
                          <a:sym typeface="Times New Roman"/>
                        </a:rPr>
                        <a:t>El sistema debe permitir eliminar un producto del inventario identificado por su código EAN-13, mostrando un mensaje de confirmación con el nombre y código del producto antes de proceder. El sistema debe validar que el producto exista en la base de datos y que no tenga ventas, mermas, lotes o movimientos de inventario asociados. Si existen registros asociados, el sistema debe impedir la eliminación y mostrar un mensaje indicando que el producto no puede ser eliminado y que debe ser desactivado para impedir su uso en nuevas operaciones.</a:t>
                      </a:r>
                      <a:endParaRPr i="1" sz="2500">
                        <a:latin typeface="Times New Roman"/>
                        <a:ea typeface="Times New Roman"/>
                        <a:cs typeface="Times New Roman"/>
                        <a:sym typeface="Times New Roman"/>
                      </a:endParaRPr>
                    </a:p>
                  </a:txBody>
                  <a:tcPr marT="0" marB="0" marR="25400" marL="25400" anchor="ctr">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hMerge="1"/>
                <a:tc hMerge="1"/>
                <a:tc hMerge="1"/>
                <a:tc hMerge="1"/>
                <a:tc hMerge="1"/>
                <a:tc hMerge="1"/>
              </a:tr>
            </a:tbl>
          </a:graphicData>
        </a:graphic>
      </p:graphicFrame>
      <p:sp>
        <p:nvSpPr>
          <p:cNvPr id="134" name="Google Shape;134;g3ec4c662846_0_249"/>
          <p:cNvSpPr/>
          <p:nvPr/>
        </p:nvSpPr>
        <p:spPr>
          <a:xfrm>
            <a:off x="147575" y="307400"/>
            <a:ext cx="645900" cy="645900"/>
          </a:xfrm>
          <a:prstGeom prst="ellipse">
            <a:avLst/>
          </a:prstGeom>
          <a:solidFill>
            <a:srgbClr val="88888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3400">
                <a:solidFill>
                  <a:schemeClr val="lt1"/>
                </a:solidFill>
                <a:latin typeface="DM Sans Black"/>
                <a:ea typeface="DM Sans Black"/>
                <a:cs typeface="DM Sans Black"/>
                <a:sym typeface="DM Sans Black"/>
              </a:rPr>
              <a:t>3</a:t>
            </a:r>
            <a:endParaRPr sz="3400">
              <a:solidFill>
                <a:schemeClr val="lt1"/>
              </a:solidFill>
              <a:latin typeface="DM Sans Black"/>
              <a:ea typeface="DM Sans Black"/>
              <a:cs typeface="DM Sans Black"/>
              <a:sym typeface="DM Sans Black"/>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DD7EE"/>
        </a:solidFill>
      </p:bgPr>
    </p:bg>
    <p:spTree>
      <p:nvGrpSpPr>
        <p:cNvPr id="138" name="Shape 138"/>
        <p:cNvGrpSpPr/>
        <p:nvPr/>
      </p:nvGrpSpPr>
      <p:grpSpPr>
        <a:xfrm>
          <a:off x="0" y="0"/>
          <a:ext cx="0" cy="0"/>
          <a:chOff x="0" y="0"/>
          <a:chExt cx="0" cy="0"/>
        </a:xfrm>
      </p:grpSpPr>
      <p:sp>
        <p:nvSpPr>
          <p:cNvPr id="139" name="Google Shape;139;g3ec4c662846_0_313"/>
          <p:cNvSpPr/>
          <p:nvPr/>
        </p:nvSpPr>
        <p:spPr>
          <a:xfrm flipH="1" rot="3509744">
            <a:off x="-12348600" y="-2269574"/>
            <a:ext cx="22536371" cy="8185034"/>
          </a:xfrm>
          <a:custGeom>
            <a:rect b="b" l="l" r="r" t="t"/>
            <a:pathLst>
              <a:path extrusionOk="0" h="8186006" w="22539048">
                <a:moveTo>
                  <a:pt x="22539048" y="0"/>
                </a:moveTo>
                <a:lnTo>
                  <a:pt x="0" y="0"/>
                </a:lnTo>
                <a:lnTo>
                  <a:pt x="0" y="8186006"/>
                </a:lnTo>
                <a:lnTo>
                  <a:pt x="22539048" y="8186006"/>
                </a:lnTo>
                <a:lnTo>
                  <a:pt x="22539048" y="0"/>
                </a:lnTo>
                <a:close/>
              </a:path>
            </a:pathLst>
          </a:custGeom>
          <a:blipFill rotWithShape="1">
            <a:blip r:embed="rId3">
              <a:alphaModFix/>
            </a:blip>
            <a:stretch>
              <a:fillRect b="0" l="0" r="0" t="0"/>
            </a:stretch>
          </a:blipFill>
          <a:ln>
            <a:noFill/>
          </a:ln>
        </p:spPr>
      </p:sp>
      <p:sp>
        <p:nvSpPr>
          <p:cNvPr id="140" name="Google Shape;140;g3ec4c662846_0_313"/>
          <p:cNvSpPr/>
          <p:nvPr/>
        </p:nvSpPr>
        <p:spPr>
          <a:xfrm rot="-2998448">
            <a:off x="7758840" y="638680"/>
            <a:ext cx="22516850" cy="8177944"/>
          </a:xfrm>
          <a:custGeom>
            <a:rect b="b" l="l" r="r" t="t"/>
            <a:pathLst>
              <a:path extrusionOk="0" h="8186006" w="22539048">
                <a:moveTo>
                  <a:pt x="22539048" y="0"/>
                </a:moveTo>
                <a:lnTo>
                  <a:pt x="0" y="0"/>
                </a:lnTo>
                <a:lnTo>
                  <a:pt x="0" y="8186006"/>
                </a:lnTo>
                <a:lnTo>
                  <a:pt x="22539048" y="8186006"/>
                </a:lnTo>
                <a:lnTo>
                  <a:pt x="22539048" y="0"/>
                </a:lnTo>
                <a:close/>
              </a:path>
            </a:pathLst>
          </a:custGeom>
          <a:blipFill rotWithShape="1">
            <a:blip r:embed="rId3">
              <a:alphaModFix/>
            </a:blip>
            <a:stretch>
              <a:fillRect b="0" l="0" r="0" t="0"/>
            </a:stretch>
          </a:blipFill>
          <a:ln>
            <a:noFill/>
          </a:ln>
        </p:spPr>
      </p:sp>
      <p:sp>
        <p:nvSpPr>
          <p:cNvPr id="141" name="Google Shape;141;g3ec4c662846_0_313"/>
          <p:cNvSpPr txBox="1"/>
          <p:nvPr/>
        </p:nvSpPr>
        <p:spPr>
          <a:xfrm>
            <a:off x="1010250" y="307100"/>
            <a:ext cx="16267500" cy="885600"/>
          </a:xfrm>
          <a:prstGeom prst="rect">
            <a:avLst/>
          </a:prstGeom>
          <a:noFill/>
          <a:ln>
            <a:noFill/>
          </a:ln>
        </p:spPr>
        <p:txBody>
          <a:bodyPr anchorCtr="0" anchor="t" bIns="0" lIns="0" spcFirstLastPara="1" rIns="0" wrap="square" tIns="0">
            <a:spAutoFit/>
          </a:bodyPr>
          <a:lstStyle/>
          <a:p>
            <a:pPr indent="0" lvl="0" marL="0" marR="0" rtl="0" algn="l">
              <a:lnSpc>
                <a:spcPct val="139990"/>
              </a:lnSpc>
              <a:spcBef>
                <a:spcPts val="0"/>
              </a:spcBef>
              <a:spcAft>
                <a:spcPts val="0"/>
              </a:spcAft>
              <a:buNone/>
            </a:pPr>
            <a:r>
              <a:rPr b="1" lang="en-US" sz="5754">
                <a:solidFill>
                  <a:schemeClr val="dk1"/>
                </a:solidFill>
                <a:latin typeface="DM Sans"/>
                <a:ea typeface="DM Sans"/>
                <a:cs typeface="DM Sans"/>
                <a:sym typeface="DM Sans"/>
              </a:rPr>
              <a:t>Arquitectura 4+1</a:t>
            </a:r>
            <a:endParaRPr b="1" sz="700">
              <a:solidFill>
                <a:schemeClr val="dk1"/>
              </a:solidFill>
              <a:latin typeface="DM Sans"/>
              <a:ea typeface="DM Sans"/>
              <a:cs typeface="DM Sans"/>
              <a:sym typeface="DM Sans"/>
            </a:endParaRPr>
          </a:p>
        </p:txBody>
      </p:sp>
      <p:pic>
        <p:nvPicPr>
          <p:cNvPr id="142" name="Google Shape;142;g3ec4c662846_0_313"/>
          <p:cNvPicPr preferRelativeResize="0"/>
          <p:nvPr/>
        </p:nvPicPr>
        <p:blipFill>
          <a:blip r:embed="rId4">
            <a:alphaModFix/>
          </a:blip>
          <a:stretch>
            <a:fillRect/>
          </a:stretch>
        </p:blipFill>
        <p:spPr>
          <a:xfrm>
            <a:off x="1010250" y="1996212"/>
            <a:ext cx="16267500" cy="6294567"/>
          </a:xfrm>
          <a:prstGeom prst="rect">
            <a:avLst/>
          </a:prstGeom>
          <a:noFill/>
          <a:ln>
            <a:noFill/>
          </a:ln>
        </p:spPr>
      </p:pic>
      <p:sp>
        <p:nvSpPr>
          <p:cNvPr id="143" name="Google Shape;143;g3ec4c662846_0_313"/>
          <p:cNvSpPr/>
          <p:nvPr/>
        </p:nvSpPr>
        <p:spPr>
          <a:xfrm>
            <a:off x="147575" y="426950"/>
            <a:ext cx="645900" cy="645900"/>
          </a:xfrm>
          <a:prstGeom prst="ellipse">
            <a:avLst/>
          </a:prstGeom>
          <a:solidFill>
            <a:srgbClr val="88888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3400">
                <a:solidFill>
                  <a:schemeClr val="lt1"/>
                </a:solidFill>
                <a:latin typeface="DM Sans Black"/>
                <a:ea typeface="DM Sans Black"/>
                <a:cs typeface="DM Sans Black"/>
                <a:sym typeface="DM Sans Black"/>
              </a:rPr>
              <a:t>4</a:t>
            </a:r>
            <a:endParaRPr sz="3400">
              <a:solidFill>
                <a:schemeClr val="lt1"/>
              </a:solidFill>
              <a:latin typeface="DM Sans Black"/>
              <a:ea typeface="DM Sans Black"/>
              <a:cs typeface="DM Sans Black"/>
              <a:sym typeface="DM Sans Black"/>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DD7EE"/>
        </a:solidFill>
      </p:bgPr>
    </p:bg>
    <p:spTree>
      <p:nvGrpSpPr>
        <p:cNvPr id="147" name="Shape 147"/>
        <p:cNvGrpSpPr/>
        <p:nvPr/>
      </p:nvGrpSpPr>
      <p:grpSpPr>
        <a:xfrm>
          <a:off x="0" y="0"/>
          <a:ext cx="0" cy="0"/>
          <a:chOff x="0" y="0"/>
          <a:chExt cx="0" cy="0"/>
        </a:xfrm>
      </p:grpSpPr>
      <p:sp>
        <p:nvSpPr>
          <p:cNvPr id="148" name="Google Shape;148;g3ec4c662846_0_279"/>
          <p:cNvSpPr/>
          <p:nvPr/>
        </p:nvSpPr>
        <p:spPr>
          <a:xfrm flipH="1" rot="3509744">
            <a:off x="-11694950" y="-1927199"/>
            <a:ext cx="22536371" cy="8185034"/>
          </a:xfrm>
          <a:custGeom>
            <a:rect b="b" l="l" r="r" t="t"/>
            <a:pathLst>
              <a:path extrusionOk="0" h="8186006" w="22539048">
                <a:moveTo>
                  <a:pt x="22539048" y="0"/>
                </a:moveTo>
                <a:lnTo>
                  <a:pt x="0" y="0"/>
                </a:lnTo>
                <a:lnTo>
                  <a:pt x="0" y="8186006"/>
                </a:lnTo>
                <a:lnTo>
                  <a:pt x="22539048" y="8186006"/>
                </a:lnTo>
                <a:lnTo>
                  <a:pt x="22539048" y="0"/>
                </a:lnTo>
                <a:close/>
              </a:path>
            </a:pathLst>
          </a:custGeom>
          <a:blipFill rotWithShape="1">
            <a:blip r:embed="rId3">
              <a:alphaModFix/>
            </a:blip>
            <a:stretch>
              <a:fillRect b="0" l="0" r="0" t="0"/>
            </a:stretch>
          </a:blipFill>
          <a:ln>
            <a:noFill/>
          </a:ln>
        </p:spPr>
      </p:sp>
      <p:sp>
        <p:nvSpPr>
          <p:cNvPr id="149" name="Google Shape;149;g3ec4c662846_0_279"/>
          <p:cNvSpPr/>
          <p:nvPr/>
        </p:nvSpPr>
        <p:spPr>
          <a:xfrm rot="-2998448">
            <a:off x="7758840" y="638680"/>
            <a:ext cx="22516850" cy="8177944"/>
          </a:xfrm>
          <a:custGeom>
            <a:rect b="b" l="l" r="r" t="t"/>
            <a:pathLst>
              <a:path extrusionOk="0" h="8186006" w="22539048">
                <a:moveTo>
                  <a:pt x="22539048" y="0"/>
                </a:moveTo>
                <a:lnTo>
                  <a:pt x="0" y="0"/>
                </a:lnTo>
                <a:lnTo>
                  <a:pt x="0" y="8186006"/>
                </a:lnTo>
                <a:lnTo>
                  <a:pt x="22539048" y="8186006"/>
                </a:lnTo>
                <a:lnTo>
                  <a:pt x="22539048" y="0"/>
                </a:lnTo>
                <a:close/>
              </a:path>
            </a:pathLst>
          </a:custGeom>
          <a:blipFill rotWithShape="1">
            <a:blip r:embed="rId3">
              <a:alphaModFix/>
            </a:blip>
            <a:stretch>
              <a:fillRect b="0" l="0" r="0" t="0"/>
            </a:stretch>
          </a:blipFill>
          <a:ln>
            <a:noFill/>
          </a:ln>
        </p:spPr>
      </p:sp>
      <p:sp>
        <p:nvSpPr>
          <p:cNvPr id="150" name="Google Shape;150;g3ec4c662846_0_279"/>
          <p:cNvSpPr txBox="1"/>
          <p:nvPr/>
        </p:nvSpPr>
        <p:spPr>
          <a:xfrm>
            <a:off x="1010250" y="307100"/>
            <a:ext cx="16267500" cy="738900"/>
          </a:xfrm>
          <a:prstGeom prst="rect">
            <a:avLst/>
          </a:prstGeom>
          <a:noFill/>
          <a:ln>
            <a:noFill/>
          </a:ln>
        </p:spPr>
        <p:txBody>
          <a:bodyPr anchorCtr="0" anchor="t" bIns="0" lIns="0" spcFirstLastPara="1" rIns="0" wrap="square" tIns="0">
            <a:spAutoFit/>
          </a:bodyPr>
          <a:lstStyle/>
          <a:p>
            <a:pPr indent="0" lvl="0" marL="0" marR="0" rtl="0" algn="ctr">
              <a:lnSpc>
                <a:spcPct val="139990"/>
              </a:lnSpc>
              <a:spcBef>
                <a:spcPts val="0"/>
              </a:spcBef>
              <a:spcAft>
                <a:spcPts val="0"/>
              </a:spcAft>
              <a:buNone/>
            </a:pPr>
            <a:r>
              <a:rPr b="1" lang="en-US" sz="4800">
                <a:latin typeface="DM Sans"/>
                <a:ea typeface="DM Sans"/>
                <a:cs typeface="DM Sans"/>
                <a:sym typeface="DM Sans"/>
              </a:rPr>
              <a:t>Vista lógica: Modelo Físico (Simplificado)</a:t>
            </a:r>
            <a:endParaRPr b="1" sz="300">
              <a:latin typeface="DM Sans"/>
              <a:ea typeface="DM Sans"/>
              <a:cs typeface="DM Sans"/>
              <a:sym typeface="DM Sans"/>
            </a:endParaRPr>
          </a:p>
        </p:txBody>
      </p:sp>
      <p:pic>
        <p:nvPicPr>
          <p:cNvPr id="151" name="Google Shape;151;g3ec4c662846_0_279" title="modelo_fisico (1)-01 Vista PPT.png"/>
          <p:cNvPicPr preferRelativeResize="0"/>
          <p:nvPr/>
        </p:nvPicPr>
        <p:blipFill>
          <a:blip r:embed="rId4">
            <a:alphaModFix/>
          </a:blip>
          <a:stretch>
            <a:fillRect/>
          </a:stretch>
        </p:blipFill>
        <p:spPr>
          <a:xfrm>
            <a:off x="755175" y="1401851"/>
            <a:ext cx="16777651" cy="8052950"/>
          </a:xfrm>
          <a:prstGeom prst="rect">
            <a:avLst/>
          </a:prstGeom>
          <a:noFill/>
          <a:ln>
            <a:noFill/>
          </a:ln>
        </p:spPr>
      </p:pic>
      <p:sp>
        <p:nvSpPr>
          <p:cNvPr id="152" name="Google Shape;152;g3ec4c662846_0_279"/>
          <p:cNvSpPr/>
          <p:nvPr/>
        </p:nvSpPr>
        <p:spPr>
          <a:xfrm>
            <a:off x="147575" y="426950"/>
            <a:ext cx="645900" cy="645900"/>
          </a:xfrm>
          <a:prstGeom prst="ellipse">
            <a:avLst/>
          </a:prstGeom>
          <a:solidFill>
            <a:srgbClr val="88888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3400">
                <a:solidFill>
                  <a:schemeClr val="lt1"/>
                </a:solidFill>
                <a:latin typeface="DM Sans Black"/>
                <a:ea typeface="DM Sans Black"/>
                <a:cs typeface="DM Sans Black"/>
                <a:sym typeface="DM Sans Black"/>
              </a:rPr>
              <a:t>5</a:t>
            </a:r>
            <a:endParaRPr sz="3400">
              <a:solidFill>
                <a:schemeClr val="lt1"/>
              </a:solidFill>
              <a:latin typeface="DM Sans Black"/>
              <a:ea typeface="DM Sans Black"/>
              <a:cs typeface="DM Sans Black"/>
              <a:sym typeface="DM Sans Black"/>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DD7EE"/>
        </a:solidFill>
      </p:bgPr>
    </p:bg>
    <p:spTree>
      <p:nvGrpSpPr>
        <p:cNvPr id="156" name="Shape 156"/>
        <p:cNvGrpSpPr/>
        <p:nvPr/>
      </p:nvGrpSpPr>
      <p:grpSpPr>
        <a:xfrm>
          <a:off x="0" y="0"/>
          <a:ext cx="0" cy="0"/>
          <a:chOff x="0" y="0"/>
          <a:chExt cx="0" cy="0"/>
        </a:xfrm>
      </p:grpSpPr>
      <p:sp>
        <p:nvSpPr>
          <p:cNvPr id="157" name="Google Shape;157;g3ec6d24bafc_0_18"/>
          <p:cNvSpPr/>
          <p:nvPr/>
        </p:nvSpPr>
        <p:spPr>
          <a:xfrm flipH="1" rot="3509744">
            <a:off x="-11694950" y="-1927199"/>
            <a:ext cx="22536371" cy="8185034"/>
          </a:xfrm>
          <a:custGeom>
            <a:rect b="b" l="l" r="r" t="t"/>
            <a:pathLst>
              <a:path extrusionOk="0" h="8186006" w="22539048">
                <a:moveTo>
                  <a:pt x="22539048" y="0"/>
                </a:moveTo>
                <a:lnTo>
                  <a:pt x="0" y="0"/>
                </a:lnTo>
                <a:lnTo>
                  <a:pt x="0" y="8186006"/>
                </a:lnTo>
                <a:lnTo>
                  <a:pt x="22539048" y="8186006"/>
                </a:lnTo>
                <a:lnTo>
                  <a:pt x="22539048" y="0"/>
                </a:lnTo>
                <a:close/>
              </a:path>
            </a:pathLst>
          </a:custGeom>
          <a:blipFill rotWithShape="1">
            <a:blip r:embed="rId3">
              <a:alphaModFix/>
            </a:blip>
            <a:stretch>
              <a:fillRect b="0" l="0" r="0" t="0"/>
            </a:stretch>
          </a:blipFill>
          <a:ln>
            <a:noFill/>
          </a:ln>
        </p:spPr>
      </p:sp>
      <p:sp>
        <p:nvSpPr>
          <p:cNvPr id="158" name="Google Shape;158;g3ec6d24bafc_0_18"/>
          <p:cNvSpPr/>
          <p:nvPr/>
        </p:nvSpPr>
        <p:spPr>
          <a:xfrm rot="-2998448">
            <a:off x="7758840" y="638680"/>
            <a:ext cx="22516850" cy="8177944"/>
          </a:xfrm>
          <a:custGeom>
            <a:rect b="b" l="l" r="r" t="t"/>
            <a:pathLst>
              <a:path extrusionOk="0" h="8186006" w="22539048">
                <a:moveTo>
                  <a:pt x="22539048" y="0"/>
                </a:moveTo>
                <a:lnTo>
                  <a:pt x="0" y="0"/>
                </a:lnTo>
                <a:lnTo>
                  <a:pt x="0" y="8186006"/>
                </a:lnTo>
                <a:lnTo>
                  <a:pt x="22539048" y="8186006"/>
                </a:lnTo>
                <a:lnTo>
                  <a:pt x="22539048" y="0"/>
                </a:lnTo>
                <a:close/>
              </a:path>
            </a:pathLst>
          </a:custGeom>
          <a:blipFill rotWithShape="1">
            <a:blip r:embed="rId3">
              <a:alphaModFix/>
            </a:blip>
            <a:stretch>
              <a:fillRect b="0" l="0" r="0" t="0"/>
            </a:stretch>
          </a:blipFill>
          <a:ln>
            <a:noFill/>
          </a:ln>
        </p:spPr>
      </p:sp>
      <p:sp>
        <p:nvSpPr>
          <p:cNvPr id="159" name="Google Shape;159;g3ec6d24bafc_0_18"/>
          <p:cNvSpPr txBox="1"/>
          <p:nvPr/>
        </p:nvSpPr>
        <p:spPr>
          <a:xfrm>
            <a:off x="1010250" y="307100"/>
            <a:ext cx="16267500" cy="738900"/>
          </a:xfrm>
          <a:prstGeom prst="rect">
            <a:avLst/>
          </a:prstGeom>
          <a:noFill/>
          <a:ln>
            <a:noFill/>
          </a:ln>
        </p:spPr>
        <p:txBody>
          <a:bodyPr anchorCtr="0" anchor="t" bIns="0" lIns="0" spcFirstLastPara="1" rIns="0" wrap="square" tIns="0">
            <a:spAutoFit/>
          </a:bodyPr>
          <a:lstStyle/>
          <a:p>
            <a:pPr indent="0" lvl="0" marL="0" marR="0" rtl="0" algn="ctr">
              <a:lnSpc>
                <a:spcPct val="139990"/>
              </a:lnSpc>
              <a:spcBef>
                <a:spcPts val="0"/>
              </a:spcBef>
              <a:spcAft>
                <a:spcPts val="0"/>
              </a:spcAft>
              <a:buNone/>
            </a:pPr>
            <a:r>
              <a:rPr b="1" lang="en-US" sz="4800">
                <a:latin typeface="DM Sans"/>
                <a:ea typeface="DM Sans"/>
                <a:cs typeface="DM Sans"/>
                <a:sym typeface="DM Sans"/>
              </a:rPr>
              <a:t>Vista lógica: Modelo Físico (UML)</a:t>
            </a:r>
            <a:endParaRPr b="1" sz="300">
              <a:latin typeface="DM Sans"/>
              <a:ea typeface="DM Sans"/>
              <a:cs typeface="DM Sans"/>
              <a:sym typeface="DM Sans"/>
            </a:endParaRPr>
          </a:p>
        </p:txBody>
      </p:sp>
      <p:pic>
        <p:nvPicPr>
          <p:cNvPr id="160" name="Google Shape;160;g3ec6d24bafc_0_18" title="modelo_fisico(1).drawio.png"/>
          <p:cNvPicPr preferRelativeResize="0"/>
          <p:nvPr/>
        </p:nvPicPr>
        <p:blipFill>
          <a:blip r:embed="rId4">
            <a:alphaModFix/>
          </a:blip>
          <a:stretch>
            <a:fillRect/>
          </a:stretch>
        </p:blipFill>
        <p:spPr>
          <a:xfrm>
            <a:off x="1010250" y="1284125"/>
            <a:ext cx="16267500" cy="8745381"/>
          </a:xfrm>
          <a:prstGeom prst="rect">
            <a:avLst/>
          </a:prstGeom>
          <a:noFill/>
          <a:ln>
            <a:noFill/>
          </a:ln>
        </p:spPr>
      </p:pic>
      <p:sp>
        <p:nvSpPr>
          <p:cNvPr id="161" name="Google Shape;161;g3ec6d24bafc_0_18"/>
          <p:cNvSpPr/>
          <p:nvPr/>
        </p:nvSpPr>
        <p:spPr>
          <a:xfrm>
            <a:off x="147575" y="426950"/>
            <a:ext cx="645900" cy="645900"/>
          </a:xfrm>
          <a:prstGeom prst="ellipse">
            <a:avLst/>
          </a:prstGeom>
          <a:solidFill>
            <a:srgbClr val="88888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3400">
                <a:solidFill>
                  <a:schemeClr val="lt1"/>
                </a:solidFill>
                <a:latin typeface="DM Sans Black"/>
                <a:ea typeface="DM Sans Black"/>
                <a:cs typeface="DM Sans Black"/>
                <a:sym typeface="DM Sans Black"/>
              </a:rPr>
              <a:t>6</a:t>
            </a:r>
            <a:endParaRPr sz="3400">
              <a:solidFill>
                <a:schemeClr val="lt1"/>
              </a:solidFill>
              <a:latin typeface="DM Sans Black"/>
              <a:ea typeface="DM Sans Black"/>
              <a:cs typeface="DM Sans Black"/>
              <a:sym typeface="DM Sans Black"/>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DD7EE"/>
        </a:solidFill>
      </p:bgPr>
    </p:bg>
    <p:spTree>
      <p:nvGrpSpPr>
        <p:cNvPr id="165" name="Shape 165"/>
        <p:cNvGrpSpPr/>
        <p:nvPr/>
      </p:nvGrpSpPr>
      <p:grpSpPr>
        <a:xfrm>
          <a:off x="0" y="0"/>
          <a:ext cx="0" cy="0"/>
          <a:chOff x="0" y="0"/>
          <a:chExt cx="0" cy="0"/>
        </a:xfrm>
      </p:grpSpPr>
      <p:sp>
        <p:nvSpPr>
          <p:cNvPr id="166" name="Google Shape;166;g3ec4c662846_0_288"/>
          <p:cNvSpPr/>
          <p:nvPr/>
        </p:nvSpPr>
        <p:spPr>
          <a:xfrm flipH="1" rot="3509744">
            <a:off x="-12348600" y="-2269574"/>
            <a:ext cx="22536371" cy="8185034"/>
          </a:xfrm>
          <a:custGeom>
            <a:rect b="b" l="l" r="r" t="t"/>
            <a:pathLst>
              <a:path extrusionOk="0" h="8186006" w="22539048">
                <a:moveTo>
                  <a:pt x="22539048" y="0"/>
                </a:moveTo>
                <a:lnTo>
                  <a:pt x="0" y="0"/>
                </a:lnTo>
                <a:lnTo>
                  <a:pt x="0" y="8186006"/>
                </a:lnTo>
                <a:lnTo>
                  <a:pt x="22539048" y="8186006"/>
                </a:lnTo>
                <a:lnTo>
                  <a:pt x="22539048" y="0"/>
                </a:lnTo>
                <a:close/>
              </a:path>
            </a:pathLst>
          </a:custGeom>
          <a:blipFill rotWithShape="1">
            <a:blip r:embed="rId3">
              <a:alphaModFix/>
            </a:blip>
            <a:stretch>
              <a:fillRect b="0" l="0" r="0" t="0"/>
            </a:stretch>
          </a:blipFill>
          <a:ln>
            <a:noFill/>
          </a:ln>
        </p:spPr>
      </p:sp>
      <p:sp>
        <p:nvSpPr>
          <p:cNvPr id="167" name="Google Shape;167;g3ec4c662846_0_288"/>
          <p:cNvSpPr/>
          <p:nvPr/>
        </p:nvSpPr>
        <p:spPr>
          <a:xfrm rot="-2998448">
            <a:off x="7758840" y="638680"/>
            <a:ext cx="22516850" cy="8177944"/>
          </a:xfrm>
          <a:custGeom>
            <a:rect b="b" l="l" r="r" t="t"/>
            <a:pathLst>
              <a:path extrusionOk="0" h="8186006" w="22539048">
                <a:moveTo>
                  <a:pt x="22539048" y="0"/>
                </a:moveTo>
                <a:lnTo>
                  <a:pt x="0" y="0"/>
                </a:lnTo>
                <a:lnTo>
                  <a:pt x="0" y="8186006"/>
                </a:lnTo>
                <a:lnTo>
                  <a:pt x="22539048" y="8186006"/>
                </a:lnTo>
                <a:lnTo>
                  <a:pt x="22539048" y="0"/>
                </a:lnTo>
                <a:close/>
              </a:path>
            </a:pathLst>
          </a:custGeom>
          <a:blipFill rotWithShape="1">
            <a:blip r:embed="rId3">
              <a:alphaModFix/>
            </a:blip>
            <a:stretch>
              <a:fillRect b="0" l="0" r="0" t="0"/>
            </a:stretch>
          </a:blipFill>
          <a:ln>
            <a:noFill/>
          </a:ln>
        </p:spPr>
      </p:sp>
      <p:sp>
        <p:nvSpPr>
          <p:cNvPr id="168" name="Google Shape;168;g3ec4c662846_0_288"/>
          <p:cNvSpPr txBox="1"/>
          <p:nvPr/>
        </p:nvSpPr>
        <p:spPr>
          <a:xfrm>
            <a:off x="1010250" y="307100"/>
            <a:ext cx="16267500" cy="738900"/>
          </a:xfrm>
          <a:prstGeom prst="rect">
            <a:avLst/>
          </a:prstGeom>
          <a:noFill/>
          <a:ln>
            <a:noFill/>
          </a:ln>
        </p:spPr>
        <p:txBody>
          <a:bodyPr anchorCtr="0" anchor="t" bIns="0" lIns="0" spcFirstLastPara="1" rIns="0" wrap="square" tIns="0">
            <a:spAutoFit/>
          </a:bodyPr>
          <a:lstStyle/>
          <a:p>
            <a:pPr indent="0" lvl="0" marL="0" marR="0" rtl="0" algn="ctr">
              <a:lnSpc>
                <a:spcPct val="139990"/>
              </a:lnSpc>
              <a:spcBef>
                <a:spcPts val="0"/>
              </a:spcBef>
              <a:spcAft>
                <a:spcPts val="0"/>
              </a:spcAft>
              <a:buNone/>
            </a:pPr>
            <a:r>
              <a:rPr b="1" lang="en-US" sz="4800">
                <a:latin typeface="DM Sans"/>
                <a:ea typeface="DM Sans"/>
                <a:cs typeface="DM Sans"/>
                <a:sym typeface="DM Sans"/>
              </a:rPr>
              <a:t>Vista de Desarrollo: Diagrama de Componentes</a:t>
            </a:r>
            <a:endParaRPr b="1" sz="300">
              <a:latin typeface="DM Sans"/>
              <a:ea typeface="DM Sans"/>
              <a:cs typeface="DM Sans"/>
              <a:sym typeface="DM Sans"/>
            </a:endParaRPr>
          </a:p>
        </p:txBody>
      </p:sp>
      <p:pic>
        <p:nvPicPr>
          <p:cNvPr id="169" name="Google Shape;169;g3ec4c662846_0_288"/>
          <p:cNvPicPr preferRelativeResize="0"/>
          <p:nvPr/>
        </p:nvPicPr>
        <p:blipFill rotWithShape="1">
          <a:blip r:embed="rId4">
            <a:alphaModFix/>
          </a:blip>
          <a:srcRect b="22259" l="0" r="0" t="8267"/>
          <a:stretch/>
        </p:blipFill>
        <p:spPr>
          <a:xfrm>
            <a:off x="624075" y="1329725"/>
            <a:ext cx="17039850" cy="8577678"/>
          </a:xfrm>
          <a:prstGeom prst="rect">
            <a:avLst/>
          </a:prstGeom>
          <a:noFill/>
          <a:ln>
            <a:noFill/>
          </a:ln>
        </p:spPr>
      </p:pic>
      <p:sp>
        <p:nvSpPr>
          <p:cNvPr id="170" name="Google Shape;170;g3ec4c662846_0_288"/>
          <p:cNvSpPr/>
          <p:nvPr/>
        </p:nvSpPr>
        <p:spPr>
          <a:xfrm>
            <a:off x="147575" y="426950"/>
            <a:ext cx="645900" cy="645900"/>
          </a:xfrm>
          <a:prstGeom prst="ellipse">
            <a:avLst/>
          </a:prstGeom>
          <a:solidFill>
            <a:srgbClr val="88888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3400">
                <a:solidFill>
                  <a:schemeClr val="lt1"/>
                </a:solidFill>
                <a:latin typeface="DM Sans Black"/>
                <a:ea typeface="DM Sans Black"/>
                <a:cs typeface="DM Sans Black"/>
                <a:sym typeface="DM Sans Black"/>
              </a:rPr>
              <a:t>7</a:t>
            </a:r>
            <a:endParaRPr sz="3400">
              <a:solidFill>
                <a:schemeClr val="lt1"/>
              </a:solidFill>
              <a:latin typeface="DM Sans Black"/>
              <a:ea typeface="DM Sans Black"/>
              <a:cs typeface="DM Sans Black"/>
              <a:sym typeface="DM Sans Black"/>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DD7EE"/>
        </a:solidFill>
      </p:bgPr>
    </p:bg>
    <p:spTree>
      <p:nvGrpSpPr>
        <p:cNvPr id="174" name="Shape 174"/>
        <p:cNvGrpSpPr/>
        <p:nvPr/>
      </p:nvGrpSpPr>
      <p:grpSpPr>
        <a:xfrm>
          <a:off x="0" y="0"/>
          <a:ext cx="0" cy="0"/>
          <a:chOff x="0" y="0"/>
          <a:chExt cx="0" cy="0"/>
        </a:xfrm>
      </p:grpSpPr>
      <p:sp>
        <p:nvSpPr>
          <p:cNvPr id="175" name="Google Shape;175;g3ec4c662846_0_228"/>
          <p:cNvSpPr/>
          <p:nvPr/>
        </p:nvSpPr>
        <p:spPr>
          <a:xfrm flipH="1" rot="3509744">
            <a:off x="-12348600" y="-2269574"/>
            <a:ext cx="22536371" cy="8185034"/>
          </a:xfrm>
          <a:custGeom>
            <a:rect b="b" l="l" r="r" t="t"/>
            <a:pathLst>
              <a:path extrusionOk="0" h="8186006" w="22539048">
                <a:moveTo>
                  <a:pt x="22539048" y="0"/>
                </a:moveTo>
                <a:lnTo>
                  <a:pt x="0" y="0"/>
                </a:lnTo>
                <a:lnTo>
                  <a:pt x="0" y="8186006"/>
                </a:lnTo>
                <a:lnTo>
                  <a:pt x="22539048" y="8186006"/>
                </a:lnTo>
                <a:lnTo>
                  <a:pt x="22539048" y="0"/>
                </a:lnTo>
                <a:close/>
              </a:path>
            </a:pathLst>
          </a:custGeom>
          <a:blipFill rotWithShape="1">
            <a:blip r:embed="rId3">
              <a:alphaModFix/>
            </a:blip>
            <a:stretch>
              <a:fillRect b="0" l="0" r="0" t="0"/>
            </a:stretch>
          </a:blipFill>
          <a:ln>
            <a:noFill/>
          </a:ln>
        </p:spPr>
      </p:sp>
      <p:sp>
        <p:nvSpPr>
          <p:cNvPr id="176" name="Google Shape;176;g3ec4c662846_0_228"/>
          <p:cNvSpPr/>
          <p:nvPr/>
        </p:nvSpPr>
        <p:spPr>
          <a:xfrm rot="-2998448">
            <a:off x="7758840" y="638680"/>
            <a:ext cx="22516850" cy="8177944"/>
          </a:xfrm>
          <a:custGeom>
            <a:rect b="b" l="l" r="r" t="t"/>
            <a:pathLst>
              <a:path extrusionOk="0" h="8186006" w="22539048">
                <a:moveTo>
                  <a:pt x="22539048" y="0"/>
                </a:moveTo>
                <a:lnTo>
                  <a:pt x="0" y="0"/>
                </a:lnTo>
                <a:lnTo>
                  <a:pt x="0" y="8186006"/>
                </a:lnTo>
                <a:lnTo>
                  <a:pt x="22539048" y="8186006"/>
                </a:lnTo>
                <a:lnTo>
                  <a:pt x="22539048" y="0"/>
                </a:lnTo>
                <a:close/>
              </a:path>
            </a:pathLst>
          </a:custGeom>
          <a:blipFill rotWithShape="1">
            <a:blip r:embed="rId3">
              <a:alphaModFix/>
            </a:blip>
            <a:stretch>
              <a:fillRect b="0" l="0" r="0" t="0"/>
            </a:stretch>
          </a:blipFill>
          <a:ln>
            <a:noFill/>
          </a:ln>
        </p:spPr>
      </p:sp>
      <p:sp>
        <p:nvSpPr>
          <p:cNvPr id="177" name="Google Shape;177;g3ec4c662846_0_228"/>
          <p:cNvSpPr txBox="1"/>
          <p:nvPr/>
        </p:nvSpPr>
        <p:spPr>
          <a:xfrm>
            <a:off x="1010250" y="307100"/>
            <a:ext cx="16267500" cy="738900"/>
          </a:xfrm>
          <a:prstGeom prst="rect">
            <a:avLst/>
          </a:prstGeom>
          <a:noFill/>
          <a:ln>
            <a:noFill/>
          </a:ln>
        </p:spPr>
        <p:txBody>
          <a:bodyPr anchorCtr="0" anchor="t" bIns="0" lIns="0" spcFirstLastPara="1" rIns="0" wrap="square" tIns="0">
            <a:spAutoFit/>
          </a:bodyPr>
          <a:lstStyle/>
          <a:p>
            <a:pPr indent="0" lvl="0" marL="0" marR="0" rtl="0" algn="ctr">
              <a:lnSpc>
                <a:spcPct val="139990"/>
              </a:lnSpc>
              <a:spcBef>
                <a:spcPts val="0"/>
              </a:spcBef>
              <a:spcAft>
                <a:spcPts val="0"/>
              </a:spcAft>
              <a:buNone/>
            </a:pPr>
            <a:r>
              <a:rPr b="1" lang="en-US" sz="4800">
                <a:latin typeface="DM Sans"/>
                <a:ea typeface="DM Sans"/>
                <a:cs typeface="DM Sans"/>
                <a:sym typeface="DM Sans"/>
              </a:rPr>
              <a:t>Diagrama de secuencia</a:t>
            </a:r>
            <a:r>
              <a:rPr b="1" lang="en-US" sz="4800">
                <a:latin typeface="DM Sans"/>
                <a:ea typeface="DM Sans"/>
                <a:cs typeface="DM Sans"/>
                <a:sym typeface="DM Sans"/>
              </a:rPr>
              <a:t> CU 01 - Flujo principal</a:t>
            </a:r>
            <a:endParaRPr b="1" sz="300">
              <a:latin typeface="DM Sans"/>
              <a:ea typeface="DM Sans"/>
              <a:cs typeface="DM Sans"/>
              <a:sym typeface="DM Sans"/>
            </a:endParaRPr>
          </a:p>
        </p:txBody>
      </p:sp>
      <p:pic>
        <p:nvPicPr>
          <p:cNvPr id="178" name="Google Shape;178;g3ec4c662846_0_228"/>
          <p:cNvPicPr preferRelativeResize="0"/>
          <p:nvPr/>
        </p:nvPicPr>
        <p:blipFill rotWithShape="1">
          <a:blip r:embed="rId4">
            <a:alphaModFix/>
          </a:blip>
          <a:srcRect b="1235" l="0" r="1235" t="0"/>
          <a:stretch/>
        </p:blipFill>
        <p:spPr>
          <a:xfrm>
            <a:off x="3114900" y="1046000"/>
            <a:ext cx="12058199" cy="9083924"/>
          </a:xfrm>
          <a:prstGeom prst="rect">
            <a:avLst/>
          </a:prstGeom>
          <a:noFill/>
          <a:ln>
            <a:noFill/>
          </a:ln>
        </p:spPr>
      </p:pic>
      <p:sp>
        <p:nvSpPr>
          <p:cNvPr id="179" name="Google Shape;179;g3ec4c662846_0_228"/>
          <p:cNvSpPr/>
          <p:nvPr/>
        </p:nvSpPr>
        <p:spPr>
          <a:xfrm>
            <a:off x="147575" y="426950"/>
            <a:ext cx="645900" cy="645900"/>
          </a:xfrm>
          <a:prstGeom prst="ellipse">
            <a:avLst/>
          </a:prstGeom>
          <a:solidFill>
            <a:srgbClr val="88888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3400">
                <a:solidFill>
                  <a:schemeClr val="lt1"/>
                </a:solidFill>
                <a:latin typeface="DM Sans Black"/>
                <a:ea typeface="DM Sans Black"/>
                <a:cs typeface="DM Sans Black"/>
                <a:sym typeface="DM Sans Black"/>
              </a:rPr>
              <a:t>8</a:t>
            </a:r>
            <a:endParaRPr sz="3400">
              <a:solidFill>
                <a:schemeClr val="lt1"/>
              </a:solidFill>
              <a:latin typeface="DM Sans Black"/>
              <a:ea typeface="DM Sans Black"/>
              <a:cs typeface="DM Sans Black"/>
              <a:sym typeface="DM Sans Black"/>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DD7EE"/>
        </a:solidFill>
      </p:bgPr>
    </p:bg>
    <p:spTree>
      <p:nvGrpSpPr>
        <p:cNvPr id="183" name="Shape 183"/>
        <p:cNvGrpSpPr/>
        <p:nvPr/>
      </p:nvGrpSpPr>
      <p:grpSpPr>
        <a:xfrm>
          <a:off x="0" y="0"/>
          <a:ext cx="0" cy="0"/>
          <a:chOff x="0" y="0"/>
          <a:chExt cx="0" cy="0"/>
        </a:xfrm>
      </p:grpSpPr>
      <p:sp>
        <p:nvSpPr>
          <p:cNvPr id="184" name="Google Shape;184;g3ec4c662846_0_261"/>
          <p:cNvSpPr/>
          <p:nvPr/>
        </p:nvSpPr>
        <p:spPr>
          <a:xfrm flipH="1" rot="3509744">
            <a:off x="-12348600" y="-2269574"/>
            <a:ext cx="22536371" cy="8185034"/>
          </a:xfrm>
          <a:custGeom>
            <a:rect b="b" l="l" r="r" t="t"/>
            <a:pathLst>
              <a:path extrusionOk="0" h="8186006" w="22539048">
                <a:moveTo>
                  <a:pt x="22539048" y="0"/>
                </a:moveTo>
                <a:lnTo>
                  <a:pt x="0" y="0"/>
                </a:lnTo>
                <a:lnTo>
                  <a:pt x="0" y="8186006"/>
                </a:lnTo>
                <a:lnTo>
                  <a:pt x="22539048" y="8186006"/>
                </a:lnTo>
                <a:lnTo>
                  <a:pt x="22539048" y="0"/>
                </a:lnTo>
                <a:close/>
              </a:path>
            </a:pathLst>
          </a:custGeom>
          <a:blipFill rotWithShape="1">
            <a:blip r:embed="rId3">
              <a:alphaModFix/>
            </a:blip>
            <a:stretch>
              <a:fillRect b="0" l="0" r="0" t="0"/>
            </a:stretch>
          </a:blipFill>
          <a:ln>
            <a:noFill/>
          </a:ln>
        </p:spPr>
      </p:sp>
      <p:sp>
        <p:nvSpPr>
          <p:cNvPr id="185" name="Google Shape;185;g3ec4c662846_0_261"/>
          <p:cNvSpPr/>
          <p:nvPr/>
        </p:nvSpPr>
        <p:spPr>
          <a:xfrm rot="-2998448">
            <a:off x="7758840" y="638680"/>
            <a:ext cx="22516850" cy="8177944"/>
          </a:xfrm>
          <a:custGeom>
            <a:rect b="b" l="l" r="r" t="t"/>
            <a:pathLst>
              <a:path extrusionOk="0" h="8186006" w="22539048">
                <a:moveTo>
                  <a:pt x="22539048" y="0"/>
                </a:moveTo>
                <a:lnTo>
                  <a:pt x="0" y="0"/>
                </a:lnTo>
                <a:lnTo>
                  <a:pt x="0" y="8186006"/>
                </a:lnTo>
                <a:lnTo>
                  <a:pt x="22539048" y="8186006"/>
                </a:lnTo>
                <a:lnTo>
                  <a:pt x="22539048" y="0"/>
                </a:lnTo>
                <a:close/>
              </a:path>
            </a:pathLst>
          </a:custGeom>
          <a:blipFill rotWithShape="1">
            <a:blip r:embed="rId3">
              <a:alphaModFix/>
            </a:blip>
            <a:stretch>
              <a:fillRect b="0" l="0" r="0" t="0"/>
            </a:stretch>
          </a:blipFill>
          <a:ln>
            <a:noFill/>
          </a:ln>
        </p:spPr>
      </p:sp>
      <p:sp>
        <p:nvSpPr>
          <p:cNvPr id="186" name="Google Shape;186;g3ec4c662846_0_261"/>
          <p:cNvSpPr txBox="1"/>
          <p:nvPr/>
        </p:nvSpPr>
        <p:spPr>
          <a:xfrm>
            <a:off x="1010250" y="307100"/>
            <a:ext cx="16267500" cy="738900"/>
          </a:xfrm>
          <a:prstGeom prst="rect">
            <a:avLst/>
          </a:prstGeom>
          <a:noFill/>
          <a:ln>
            <a:noFill/>
          </a:ln>
        </p:spPr>
        <p:txBody>
          <a:bodyPr anchorCtr="0" anchor="t" bIns="0" lIns="0" spcFirstLastPara="1" rIns="0" wrap="square" tIns="0">
            <a:spAutoFit/>
          </a:bodyPr>
          <a:lstStyle/>
          <a:p>
            <a:pPr indent="0" lvl="0" marL="0" marR="0" rtl="0" algn="ctr">
              <a:lnSpc>
                <a:spcPct val="139990"/>
              </a:lnSpc>
              <a:spcBef>
                <a:spcPts val="0"/>
              </a:spcBef>
              <a:spcAft>
                <a:spcPts val="0"/>
              </a:spcAft>
              <a:buNone/>
            </a:pPr>
            <a:r>
              <a:rPr b="1" lang="en-US" sz="4800">
                <a:latin typeface="DM Sans"/>
                <a:ea typeface="DM Sans"/>
                <a:cs typeface="DM Sans"/>
                <a:sym typeface="DM Sans"/>
              </a:rPr>
              <a:t>Diagrama de secuencia CU 03 - Flujo principal</a:t>
            </a:r>
            <a:endParaRPr b="1" sz="300">
              <a:latin typeface="DM Sans"/>
              <a:ea typeface="DM Sans"/>
              <a:cs typeface="DM Sans"/>
              <a:sym typeface="DM Sans"/>
            </a:endParaRPr>
          </a:p>
        </p:txBody>
      </p:sp>
      <p:pic>
        <p:nvPicPr>
          <p:cNvPr id="187" name="Google Shape;187;g3ec4c662846_0_261"/>
          <p:cNvPicPr preferRelativeResize="0"/>
          <p:nvPr/>
        </p:nvPicPr>
        <p:blipFill rotWithShape="1">
          <a:blip r:embed="rId4">
            <a:alphaModFix/>
          </a:blip>
          <a:srcRect b="0" l="0" r="0" t="1633"/>
          <a:stretch/>
        </p:blipFill>
        <p:spPr>
          <a:xfrm>
            <a:off x="2576025" y="1046000"/>
            <a:ext cx="13135949" cy="9131974"/>
          </a:xfrm>
          <a:prstGeom prst="rect">
            <a:avLst/>
          </a:prstGeom>
          <a:noFill/>
          <a:ln>
            <a:noFill/>
          </a:ln>
        </p:spPr>
      </p:pic>
      <p:sp>
        <p:nvSpPr>
          <p:cNvPr id="188" name="Google Shape;188;g3ec4c662846_0_261"/>
          <p:cNvSpPr/>
          <p:nvPr/>
        </p:nvSpPr>
        <p:spPr>
          <a:xfrm>
            <a:off x="147575" y="426950"/>
            <a:ext cx="645900" cy="645900"/>
          </a:xfrm>
          <a:prstGeom prst="ellipse">
            <a:avLst/>
          </a:prstGeom>
          <a:solidFill>
            <a:srgbClr val="88888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3400">
                <a:solidFill>
                  <a:schemeClr val="lt1"/>
                </a:solidFill>
                <a:latin typeface="DM Sans Black"/>
                <a:ea typeface="DM Sans Black"/>
                <a:cs typeface="DM Sans Black"/>
                <a:sym typeface="DM Sans Black"/>
              </a:rPr>
              <a:t>9</a:t>
            </a:r>
            <a:endParaRPr sz="3400">
              <a:solidFill>
                <a:schemeClr val="lt1"/>
              </a:solidFill>
              <a:latin typeface="DM Sans Black"/>
              <a:ea typeface="DM Sans Black"/>
              <a:cs typeface="DM Sans Black"/>
              <a:sym typeface="DM Sans Black"/>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DD7EE"/>
        </a:solidFill>
      </p:bgPr>
    </p:bg>
    <p:spTree>
      <p:nvGrpSpPr>
        <p:cNvPr id="192" name="Shape 192"/>
        <p:cNvGrpSpPr/>
        <p:nvPr/>
      </p:nvGrpSpPr>
      <p:grpSpPr>
        <a:xfrm>
          <a:off x="0" y="0"/>
          <a:ext cx="0" cy="0"/>
          <a:chOff x="0" y="0"/>
          <a:chExt cx="0" cy="0"/>
        </a:xfrm>
      </p:grpSpPr>
      <p:sp>
        <p:nvSpPr>
          <p:cNvPr id="193" name="Google Shape;193;g3ec6d24bafc_0_6"/>
          <p:cNvSpPr/>
          <p:nvPr/>
        </p:nvSpPr>
        <p:spPr>
          <a:xfrm flipH="1" rot="3509744">
            <a:off x="-12348600" y="-2269574"/>
            <a:ext cx="22536371" cy="8185034"/>
          </a:xfrm>
          <a:custGeom>
            <a:rect b="b" l="l" r="r" t="t"/>
            <a:pathLst>
              <a:path extrusionOk="0" h="8186006" w="22539048">
                <a:moveTo>
                  <a:pt x="22539048" y="0"/>
                </a:moveTo>
                <a:lnTo>
                  <a:pt x="0" y="0"/>
                </a:lnTo>
                <a:lnTo>
                  <a:pt x="0" y="8186006"/>
                </a:lnTo>
                <a:lnTo>
                  <a:pt x="22539048" y="8186006"/>
                </a:lnTo>
                <a:lnTo>
                  <a:pt x="22539048" y="0"/>
                </a:lnTo>
                <a:close/>
              </a:path>
            </a:pathLst>
          </a:custGeom>
          <a:blipFill rotWithShape="1">
            <a:blip r:embed="rId3">
              <a:alphaModFix/>
            </a:blip>
            <a:stretch>
              <a:fillRect b="0" l="0" r="0" t="0"/>
            </a:stretch>
          </a:blipFill>
          <a:ln>
            <a:noFill/>
          </a:ln>
        </p:spPr>
      </p:sp>
      <p:sp>
        <p:nvSpPr>
          <p:cNvPr id="194" name="Google Shape;194;g3ec6d24bafc_0_6"/>
          <p:cNvSpPr/>
          <p:nvPr/>
        </p:nvSpPr>
        <p:spPr>
          <a:xfrm rot="-2998448">
            <a:off x="7758840" y="638680"/>
            <a:ext cx="22516850" cy="8177944"/>
          </a:xfrm>
          <a:custGeom>
            <a:rect b="b" l="l" r="r" t="t"/>
            <a:pathLst>
              <a:path extrusionOk="0" h="8186006" w="22539048">
                <a:moveTo>
                  <a:pt x="22539048" y="0"/>
                </a:moveTo>
                <a:lnTo>
                  <a:pt x="0" y="0"/>
                </a:lnTo>
                <a:lnTo>
                  <a:pt x="0" y="8186006"/>
                </a:lnTo>
                <a:lnTo>
                  <a:pt x="22539048" y="8186006"/>
                </a:lnTo>
                <a:lnTo>
                  <a:pt x="22539048" y="0"/>
                </a:lnTo>
                <a:close/>
              </a:path>
            </a:pathLst>
          </a:custGeom>
          <a:blipFill rotWithShape="1">
            <a:blip r:embed="rId3">
              <a:alphaModFix/>
            </a:blip>
            <a:stretch>
              <a:fillRect b="0" l="0" r="0" t="0"/>
            </a:stretch>
          </a:blipFill>
          <a:ln>
            <a:noFill/>
          </a:ln>
        </p:spPr>
      </p:sp>
      <p:sp>
        <p:nvSpPr>
          <p:cNvPr id="195" name="Google Shape;195;g3ec6d24bafc_0_6"/>
          <p:cNvSpPr txBox="1"/>
          <p:nvPr/>
        </p:nvSpPr>
        <p:spPr>
          <a:xfrm>
            <a:off x="1010250" y="307100"/>
            <a:ext cx="16267500" cy="885600"/>
          </a:xfrm>
          <a:prstGeom prst="rect">
            <a:avLst/>
          </a:prstGeom>
          <a:noFill/>
          <a:ln>
            <a:noFill/>
          </a:ln>
        </p:spPr>
        <p:txBody>
          <a:bodyPr anchorCtr="0" anchor="t" bIns="0" lIns="0" spcFirstLastPara="1" rIns="0" wrap="square" tIns="0">
            <a:spAutoFit/>
          </a:bodyPr>
          <a:lstStyle/>
          <a:p>
            <a:pPr indent="0" lvl="0" marL="0" marR="0" rtl="0" algn="l">
              <a:lnSpc>
                <a:spcPct val="139990"/>
              </a:lnSpc>
              <a:spcBef>
                <a:spcPts val="0"/>
              </a:spcBef>
              <a:spcAft>
                <a:spcPts val="0"/>
              </a:spcAft>
              <a:buNone/>
            </a:pPr>
            <a:r>
              <a:rPr b="1" lang="en-US" sz="5754">
                <a:solidFill>
                  <a:schemeClr val="dk1"/>
                </a:solidFill>
                <a:latin typeface="DM Sans"/>
                <a:ea typeface="DM Sans"/>
                <a:cs typeface="DM Sans"/>
                <a:sym typeface="DM Sans"/>
              </a:rPr>
              <a:t>Árbol</a:t>
            </a:r>
            <a:r>
              <a:rPr b="1" lang="en-US" sz="5754">
                <a:solidFill>
                  <a:schemeClr val="dk1"/>
                </a:solidFill>
                <a:latin typeface="DM Sans"/>
                <a:ea typeface="DM Sans"/>
                <a:cs typeface="DM Sans"/>
                <a:sym typeface="DM Sans"/>
              </a:rPr>
              <a:t> de navegación</a:t>
            </a:r>
            <a:endParaRPr b="1" sz="5754">
              <a:solidFill>
                <a:schemeClr val="dk1"/>
              </a:solidFill>
              <a:latin typeface="DM Sans"/>
              <a:ea typeface="DM Sans"/>
              <a:cs typeface="DM Sans"/>
              <a:sym typeface="DM Sans"/>
            </a:endParaRPr>
          </a:p>
        </p:txBody>
      </p:sp>
      <p:pic>
        <p:nvPicPr>
          <p:cNvPr id="196" name="Google Shape;196;g3ec6d24bafc_0_6" title="diagrama-componentes-mvc-uml.drawio (1).png"/>
          <p:cNvPicPr preferRelativeResize="0"/>
          <p:nvPr/>
        </p:nvPicPr>
        <p:blipFill>
          <a:blip r:embed="rId4">
            <a:alphaModFix/>
          </a:blip>
          <a:stretch>
            <a:fillRect/>
          </a:stretch>
        </p:blipFill>
        <p:spPr>
          <a:xfrm>
            <a:off x="1010250" y="1192688"/>
            <a:ext cx="14878050" cy="8943975"/>
          </a:xfrm>
          <a:prstGeom prst="rect">
            <a:avLst/>
          </a:prstGeom>
          <a:noFill/>
          <a:ln>
            <a:noFill/>
          </a:ln>
        </p:spPr>
      </p:pic>
      <p:sp>
        <p:nvSpPr>
          <p:cNvPr id="197" name="Google Shape;197;g3ec6d24bafc_0_6"/>
          <p:cNvSpPr/>
          <p:nvPr/>
        </p:nvSpPr>
        <p:spPr>
          <a:xfrm>
            <a:off x="142175" y="382700"/>
            <a:ext cx="735300" cy="734400"/>
          </a:xfrm>
          <a:prstGeom prst="ellipse">
            <a:avLst/>
          </a:prstGeom>
          <a:solidFill>
            <a:srgbClr val="88888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2400">
                <a:solidFill>
                  <a:schemeClr val="lt1"/>
                </a:solidFill>
                <a:latin typeface="DM Sans Black"/>
                <a:ea typeface="DM Sans Black"/>
                <a:cs typeface="DM Sans Black"/>
                <a:sym typeface="DM Sans Black"/>
              </a:rPr>
              <a:t>10</a:t>
            </a:r>
            <a:endParaRPr sz="1900">
              <a:solidFill>
                <a:schemeClr val="lt1"/>
              </a:solidFill>
              <a:latin typeface="DM Sans Black"/>
              <a:ea typeface="DM Sans Black"/>
              <a:cs typeface="DM Sans Black"/>
              <a:sym typeface="DM Sans Black"/>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DD7EE"/>
        </a:solidFill>
      </p:bgPr>
    </p:bg>
    <p:spTree>
      <p:nvGrpSpPr>
        <p:cNvPr id="201" name="Shape 201"/>
        <p:cNvGrpSpPr/>
        <p:nvPr/>
      </p:nvGrpSpPr>
      <p:grpSpPr>
        <a:xfrm>
          <a:off x="0" y="0"/>
          <a:ext cx="0" cy="0"/>
          <a:chOff x="0" y="0"/>
          <a:chExt cx="0" cy="0"/>
        </a:xfrm>
      </p:grpSpPr>
      <p:sp>
        <p:nvSpPr>
          <p:cNvPr id="202" name="Google Shape;202;g3ec4c662846_0_236"/>
          <p:cNvSpPr/>
          <p:nvPr/>
        </p:nvSpPr>
        <p:spPr>
          <a:xfrm flipH="1" rot="3509744">
            <a:off x="-12348600" y="-2269574"/>
            <a:ext cx="22536371" cy="8185034"/>
          </a:xfrm>
          <a:custGeom>
            <a:rect b="b" l="l" r="r" t="t"/>
            <a:pathLst>
              <a:path extrusionOk="0" h="8186006" w="22539048">
                <a:moveTo>
                  <a:pt x="22539048" y="0"/>
                </a:moveTo>
                <a:lnTo>
                  <a:pt x="0" y="0"/>
                </a:lnTo>
                <a:lnTo>
                  <a:pt x="0" y="8186006"/>
                </a:lnTo>
                <a:lnTo>
                  <a:pt x="22539048" y="8186006"/>
                </a:lnTo>
                <a:lnTo>
                  <a:pt x="22539048" y="0"/>
                </a:lnTo>
                <a:close/>
              </a:path>
            </a:pathLst>
          </a:custGeom>
          <a:blipFill rotWithShape="1">
            <a:blip r:embed="rId3">
              <a:alphaModFix/>
            </a:blip>
            <a:stretch>
              <a:fillRect b="0" l="0" r="0" t="0"/>
            </a:stretch>
          </a:blipFill>
          <a:ln>
            <a:noFill/>
          </a:ln>
        </p:spPr>
      </p:sp>
      <p:sp>
        <p:nvSpPr>
          <p:cNvPr id="203" name="Google Shape;203;g3ec4c662846_0_236"/>
          <p:cNvSpPr/>
          <p:nvPr/>
        </p:nvSpPr>
        <p:spPr>
          <a:xfrm rot="-2998448">
            <a:off x="7758840" y="638680"/>
            <a:ext cx="22516850" cy="8177944"/>
          </a:xfrm>
          <a:custGeom>
            <a:rect b="b" l="l" r="r" t="t"/>
            <a:pathLst>
              <a:path extrusionOk="0" h="8186006" w="22539048">
                <a:moveTo>
                  <a:pt x="22539048" y="0"/>
                </a:moveTo>
                <a:lnTo>
                  <a:pt x="0" y="0"/>
                </a:lnTo>
                <a:lnTo>
                  <a:pt x="0" y="8186006"/>
                </a:lnTo>
                <a:lnTo>
                  <a:pt x="22539048" y="8186006"/>
                </a:lnTo>
                <a:lnTo>
                  <a:pt x="22539048" y="0"/>
                </a:lnTo>
                <a:close/>
              </a:path>
            </a:pathLst>
          </a:custGeom>
          <a:blipFill rotWithShape="1">
            <a:blip r:embed="rId3">
              <a:alphaModFix/>
            </a:blip>
            <a:stretch>
              <a:fillRect b="0" l="0" r="0" t="0"/>
            </a:stretch>
          </a:blipFill>
          <a:ln>
            <a:noFill/>
          </a:ln>
        </p:spPr>
      </p:sp>
      <p:sp>
        <p:nvSpPr>
          <p:cNvPr id="204" name="Google Shape;204;g3ec4c662846_0_236"/>
          <p:cNvSpPr txBox="1"/>
          <p:nvPr/>
        </p:nvSpPr>
        <p:spPr>
          <a:xfrm>
            <a:off x="1010250" y="307100"/>
            <a:ext cx="16267500" cy="738900"/>
          </a:xfrm>
          <a:prstGeom prst="rect">
            <a:avLst/>
          </a:prstGeom>
          <a:noFill/>
          <a:ln>
            <a:noFill/>
          </a:ln>
        </p:spPr>
        <p:txBody>
          <a:bodyPr anchorCtr="0" anchor="t" bIns="0" lIns="0" spcFirstLastPara="1" rIns="0" wrap="square" tIns="0">
            <a:spAutoFit/>
          </a:bodyPr>
          <a:lstStyle/>
          <a:p>
            <a:pPr indent="0" lvl="0" marL="0" marR="0" rtl="0" algn="ctr">
              <a:lnSpc>
                <a:spcPct val="139990"/>
              </a:lnSpc>
              <a:spcBef>
                <a:spcPts val="0"/>
              </a:spcBef>
              <a:spcAft>
                <a:spcPts val="0"/>
              </a:spcAft>
              <a:buNone/>
            </a:pPr>
            <a:r>
              <a:rPr b="1" lang="en-US" sz="4800">
                <a:latin typeface="DM Sans"/>
                <a:ea typeface="DM Sans"/>
                <a:cs typeface="DM Sans"/>
                <a:sym typeface="DM Sans"/>
              </a:rPr>
              <a:t>Vistas del CU 01</a:t>
            </a:r>
            <a:endParaRPr b="1" sz="300">
              <a:latin typeface="DM Sans"/>
              <a:ea typeface="DM Sans"/>
              <a:cs typeface="DM Sans"/>
              <a:sym typeface="DM Sans"/>
            </a:endParaRPr>
          </a:p>
        </p:txBody>
      </p:sp>
      <p:pic>
        <p:nvPicPr>
          <p:cNvPr id="205" name="Google Shape;205;g3ec4c662846_0_236"/>
          <p:cNvPicPr preferRelativeResize="0"/>
          <p:nvPr/>
        </p:nvPicPr>
        <p:blipFill rotWithShape="1">
          <a:blip r:embed="rId4">
            <a:alphaModFix/>
          </a:blip>
          <a:srcRect b="0" l="0" r="0" t="3689"/>
          <a:stretch/>
        </p:blipFill>
        <p:spPr>
          <a:xfrm>
            <a:off x="1843050" y="1046000"/>
            <a:ext cx="15190450" cy="9152275"/>
          </a:xfrm>
          <a:prstGeom prst="rect">
            <a:avLst/>
          </a:prstGeom>
          <a:noFill/>
          <a:ln>
            <a:noFill/>
          </a:ln>
        </p:spPr>
      </p:pic>
      <p:sp>
        <p:nvSpPr>
          <p:cNvPr id="206" name="Google Shape;206;g3ec4c662846_0_236"/>
          <p:cNvSpPr/>
          <p:nvPr/>
        </p:nvSpPr>
        <p:spPr>
          <a:xfrm>
            <a:off x="142175" y="382700"/>
            <a:ext cx="735300" cy="734400"/>
          </a:xfrm>
          <a:prstGeom prst="ellipse">
            <a:avLst/>
          </a:prstGeom>
          <a:solidFill>
            <a:srgbClr val="88888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2400">
                <a:solidFill>
                  <a:schemeClr val="lt1"/>
                </a:solidFill>
                <a:latin typeface="DM Sans Black"/>
                <a:ea typeface="DM Sans Black"/>
                <a:cs typeface="DM Sans Black"/>
                <a:sym typeface="DM Sans Black"/>
              </a:rPr>
              <a:t>11</a:t>
            </a:r>
            <a:endParaRPr sz="1900">
              <a:solidFill>
                <a:schemeClr val="lt1"/>
              </a:solidFill>
              <a:latin typeface="DM Sans Black"/>
              <a:ea typeface="DM Sans Black"/>
              <a:cs typeface="DM Sans Black"/>
              <a:sym typeface="DM Sans Black"/>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DD7EE"/>
        </a:solidFill>
      </p:bgPr>
    </p:bg>
    <p:spTree>
      <p:nvGrpSpPr>
        <p:cNvPr id="210" name="Shape 210"/>
        <p:cNvGrpSpPr/>
        <p:nvPr/>
      </p:nvGrpSpPr>
      <p:grpSpPr>
        <a:xfrm>
          <a:off x="0" y="0"/>
          <a:ext cx="0" cy="0"/>
          <a:chOff x="0" y="0"/>
          <a:chExt cx="0" cy="0"/>
        </a:xfrm>
      </p:grpSpPr>
      <p:sp>
        <p:nvSpPr>
          <p:cNvPr id="211" name="Google Shape;211;g3ec4c662846_0_271"/>
          <p:cNvSpPr/>
          <p:nvPr/>
        </p:nvSpPr>
        <p:spPr>
          <a:xfrm flipH="1" rot="3509744">
            <a:off x="-12348600" y="-2269574"/>
            <a:ext cx="22536371" cy="8185034"/>
          </a:xfrm>
          <a:custGeom>
            <a:rect b="b" l="l" r="r" t="t"/>
            <a:pathLst>
              <a:path extrusionOk="0" h="8186006" w="22539048">
                <a:moveTo>
                  <a:pt x="22539048" y="0"/>
                </a:moveTo>
                <a:lnTo>
                  <a:pt x="0" y="0"/>
                </a:lnTo>
                <a:lnTo>
                  <a:pt x="0" y="8186006"/>
                </a:lnTo>
                <a:lnTo>
                  <a:pt x="22539048" y="8186006"/>
                </a:lnTo>
                <a:lnTo>
                  <a:pt x="22539048" y="0"/>
                </a:lnTo>
                <a:close/>
              </a:path>
            </a:pathLst>
          </a:custGeom>
          <a:blipFill rotWithShape="1">
            <a:blip r:embed="rId3">
              <a:alphaModFix/>
            </a:blip>
            <a:stretch>
              <a:fillRect b="0" l="0" r="0" t="0"/>
            </a:stretch>
          </a:blipFill>
          <a:ln>
            <a:noFill/>
          </a:ln>
        </p:spPr>
      </p:sp>
      <p:sp>
        <p:nvSpPr>
          <p:cNvPr id="212" name="Google Shape;212;g3ec4c662846_0_271"/>
          <p:cNvSpPr/>
          <p:nvPr/>
        </p:nvSpPr>
        <p:spPr>
          <a:xfrm rot="-2998448">
            <a:off x="7758840" y="638680"/>
            <a:ext cx="22516850" cy="8177944"/>
          </a:xfrm>
          <a:custGeom>
            <a:rect b="b" l="l" r="r" t="t"/>
            <a:pathLst>
              <a:path extrusionOk="0" h="8186006" w="22539048">
                <a:moveTo>
                  <a:pt x="22539048" y="0"/>
                </a:moveTo>
                <a:lnTo>
                  <a:pt x="0" y="0"/>
                </a:lnTo>
                <a:lnTo>
                  <a:pt x="0" y="8186006"/>
                </a:lnTo>
                <a:lnTo>
                  <a:pt x="22539048" y="8186006"/>
                </a:lnTo>
                <a:lnTo>
                  <a:pt x="22539048" y="0"/>
                </a:lnTo>
                <a:close/>
              </a:path>
            </a:pathLst>
          </a:custGeom>
          <a:blipFill rotWithShape="1">
            <a:blip r:embed="rId3">
              <a:alphaModFix/>
            </a:blip>
            <a:stretch>
              <a:fillRect b="0" l="0" r="0" t="0"/>
            </a:stretch>
          </a:blipFill>
          <a:ln>
            <a:noFill/>
          </a:ln>
        </p:spPr>
      </p:sp>
      <p:sp>
        <p:nvSpPr>
          <p:cNvPr id="213" name="Google Shape;213;g3ec4c662846_0_271"/>
          <p:cNvSpPr txBox="1"/>
          <p:nvPr/>
        </p:nvSpPr>
        <p:spPr>
          <a:xfrm>
            <a:off x="1010250" y="307100"/>
            <a:ext cx="16267500" cy="738900"/>
          </a:xfrm>
          <a:prstGeom prst="rect">
            <a:avLst/>
          </a:prstGeom>
          <a:noFill/>
          <a:ln>
            <a:noFill/>
          </a:ln>
        </p:spPr>
        <p:txBody>
          <a:bodyPr anchorCtr="0" anchor="t" bIns="0" lIns="0" spcFirstLastPara="1" rIns="0" wrap="square" tIns="0">
            <a:spAutoFit/>
          </a:bodyPr>
          <a:lstStyle/>
          <a:p>
            <a:pPr indent="0" lvl="0" marL="0" marR="0" rtl="0" algn="ctr">
              <a:lnSpc>
                <a:spcPct val="139990"/>
              </a:lnSpc>
              <a:spcBef>
                <a:spcPts val="0"/>
              </a:spcBef>
              <a:spcAft>
                <a:spcPts val="0"/>
              </a:spcAft>
              <a:buNone/>
            </a:pPr>
            <a:r>
              <a:rPr b="1" lang="en-US" sz="4800">
                <a:latin typeface="DM Sans"/>
                <a:ea typeface="DM Sans"/>
                <a:cs typeface="DM Sans"/>
                <a:sym typeface="DM Sans"/>
              </a:rPr>
              <a:t>Vistas del CU 03</a:t>
            </a:r>
            <a:endParaRPr b="1" sz="300">
              <a:latin typeface="DM Sans"/>
              <a:ea typeface="DM Sans"/>
              <a:cs typeface="DM Sans"/>
              <a:sym typeface="DM Sans"/>
            </a:endParaRPr>
          </a:p>
        </p:txBody>
      </p:sp>
      <p:pic>
        <p:nvPicPr>
          <p:cNvPr id="214" name="Google Shape;214;g3ec4c662846_0_271"/>
          <p:cNvPicPr preferRelativeResize="0"/>
          <p:nvPr/>
        </p:nvPicPr>
        <p:blipFill rotWithShape="1">
          <a:blip r:embed="rId4">
            <a:alphaModFix/>
          </a:blip>
          <a:srcRect b="0" l="0" r="735" t="0"/>
          <a:stretch/>
        </p:blipFill>
        <p:spPr>
          <a:xfrm>
            <a:off x="642487" y="1253171"/>
            <a:ext cx="17003025" cy="8906104"/>
          </a:xfrm>
          <a:prstGeom prst="rect">
            <a:avLst/>
          </a:prstGeom>
          <a:noFill/>
          <a:ln>
            <a:noFill/>
          </a:ln>
        </p:spPr>
      </p:pic>
      <p:sp>
        <p:nvSpPr>
          <p:cNvPr id="215" name="Google Shape;215;g3ec4c662846_0_271"/>
          <p:cNvSpPr/>
          <p:nvPr/>
        </p:nvSpPr>
        <p:spPr>
          <a:xfrm>
            <a:off x="142175" y="382700"/>
            <a:ext cx="735300" cy="734400"/>
          </a:xfrm>
          <a:prstGeom prst="ellipse">
            <a:avLst/>
          </a:prstGeom>
          <a:solidFill>
            <a:srgbClr val="88888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2400">
                <a:solidFill>
                  <a:schemeClr val="lt1"/>
                </a:solidFill>
                <a:latin typeface="DM Sans Black"/>
                <a:ea typeface="DM Sans Black"/>
                <a:cs typeface="DM Sans Black"/>
                <a:sym typeface="DM Sans Black"/>
              </a:rPr>
              <a:t>12</a:t>
            </a:r>
            <a:endParaRPr sz="1900">
              <a:solidFill>
                <a:schemeClr val="lt1"/>
              </a:solidFill>
              <a:latin typeface="DM Sans Black"/>
              <a:ea typeface="DM Sans Black"/>
              <a:cs typeface="DM Sans Black"/>
              <a:sym typeface="DM Sans Black"/>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DD7EE"/>
        </a:solidFill>
      </p:bgPr>
    </p:bg>
    <p:spTree>
      <p:nvGrpSpPr>
        <p:cNvPr id="219" name="Shape 219"/>
        <p:cNvGrpSpPr/>
        <p:nvPr/>
      </p:nvGrpSpPr>
      <p:grpSpPr>
        <a:xfrm>
          <a:off x="0" y="0"/>
          <a:ext cx="0" cy="0"/>
          <a:chOff x="0" y="0"/>
          <a:chExt cx="0" cy="0"/>
        </a:xfrm>
      </p:grpSpPr>
      <p:sp>
        <p:nvSpPr>
          <p:cNvPr id="220" name="Google Shape;220;g3ec4c662846_0_297"/>
          <p:cNvSpPr/>
          <p:nvPr/>
        </p:nvSpPr>
        <p:spPr>
          <a:xfrm flipH="1" rot="3509744">
            <a:off x="-12348600" y="-2269574"/>
            <a:ext cx="22536371" cy="8185034"/>
          </a:xfrm>
          <a:custGeom>
            <a:rect b="b" l="l" r="r" t="t"/>
            <a:pathLst>
              <a:path extrusionOk="0" h="8186006" w="22539048">
                <a:moveTo>
                  <a:pt x="22539048" y="0"/>
                </a:moveTo>
                <a:lnTo>
                  <a:pt x="0" y="0"/>
                </a:lnTo>
                <a:lnTo>
                  <a:pt x="0" y="8186006"/>
                </a:lnTo>
                <a:lnTo>
                  <a:pt x="22539048" y="8186006"/>
                </a:lnTo>
                <a:lnTo>
                  <a:pt x="22539048" y="0"/>
                </a:lnTo>
                <a:close/>
              </a:path>
            </a:pathLst>
          </a:custGeom>
          <a:blipFill rotWithShape="1">
            <a:blip r:embed="rId3">
              <a:alphaModFix/>
            </a:blip>
            <a:stretch>
              <a:fillRect b="0" l="0" r="0" t="0"/>
            </a:stretch>
          </a:blipFill>
          <a:ln>
            <a:noFill/>
          </a:ln>
        </p:spPr>
      </p:sp>
      <p:sp>
        <p:nvSpPr>
          <p:cNvPr id="221" name="Google Shape;221;g3ec4c662846_0_297"/>
          <p:cNvSpPr/>
          <p:nvPr/>
        </p:nvSpPr>
        <p:spPr>
          <a:xfrm rot="-2998448">
            <a:off x="7758840" y="638680"/>
            <a:ext cx="22516850" cy="8177944"/>
          </a:xfrm>
          <a:custGeom>
            <a:rect b="b" l="l" r="r" t="t"/>
            <a:pathLst>
              <a:path extrusionOk="0" h="8186006" w="22539048">
                <a:moveTo>
                  <a:pt x="22539048" y="0"/>
                </a:moveTo>
                <a:lnTo>
                  <a:pt x="0" y="0"/>
                </a:lnTo>
                <a:lnTo>
                  <a:pt x="0" y="8186006"/>
                </a:lnTo>
                <a:lnTo>
                  <a:pt x="22539048" y="8186006"/>
                </a:lnTo>
                <a:lnTo>
                  <a:pt x="22539048" y="0"/>
                </a:lnTo>
                <a:close/>
              </a:path>
            </a:pathLst>
          </a:custGeom>
          <a:blipFill rotWithShape="1">
            <a:blip r:embed="rId3">
              <a:alphaModFix/>
            </a:blip>
            <a:stretch>
              <a:fillRect b="0" l="0" r="0" t="0"/>
            </a:stretch>
          </a:blipFill>
          <a:ln>
            <a:noFill/>
          </a:ln>
        </p:spPr>
      </p:sp>
      <p:sp>
        <p:nvSpPr>
          <p:cNvPr id="222" name="Google Shape;222;g3ec4c662846_0_297"/>
          <p:cNvSpPr txBox="1"/>
          <p:nvPr/>
        </p:nvSpPr>
        <p:spPr>
          <a:xfrm>
            <a:off x="1010250" y="307100"/>
            <a:ext cx="16267500" cy="738900"/>
          </a:xfrm>
          <a:prstGeom prst="rect">
            <a:avLst/>
          </a:prstGeom>
          <a:noFill/>
          <a:ln>
            <a:noFill/>
          </a:ln>
        </p:spPr>
        <p:txBody>
          <a:bodyPr anchorCtr="0" anchor="t" bIns="0" lIns="0" spcFirstLastPara="1" rIns="0" wrap="square" tIns="0">
            <a:spAutoFit/>
          </a:bodyPr>
          <a:lstStyle/>
          <a:p>
            <a:pPr indent="0" lvl="0" marL="0" marR="0" rtl="0" algn="ctr">
              <a:lnSpc>
                <a:spcPct val="139990"/>
              </a:lnSpc>
              <a:spcBef>
                <a:spcPts val="0"/>
              </a:spcBef>
              <a:spcAft>
                <a:spcPts val="0"/>
              </a:spcAft>
              <a:buNone/>
            </a:pPr>
            <a:r>
              <a:rPr b="1" lang="en-US" sz="4800">
                <a:latin typeface="DM Sans"/>
                <a:ea typeface="DM Sans"/>
                <a:cs typeface="DM Sans"/>
                <a:sym typeface="DM Sans"/>
              </a:rPr>
              <a:t>Trazabilidad Scrum ++ / Backlog</a:t>
            </a:r>
            <a:endParaRPr b="1" sz="300">
              <a:latin typeface="DM Sans"/>
              <a:ea typeface="DM Sans"/>
              <a:cs typeface="DM Sans"/>
              <a:sym typeface="DM Sans"/>
            </a:endParaRPr>
          </a:p>
        </p:txBody>
      </p:sp>
      <p:sp>
        <p:nvSpPr>
          <p:cNvPr id="223" name="Google Shape;223;g3ec4c662846_0_297"/>
          <p:cNvSpPr txBox="1"/>
          <p:nvPr/>
        </p:nvSpPr>
        <p:spPr>
          <a:xfrm>
            <a:off x="12542670" y="1453567"/>
            <a:ext cx="5139900" cy="3195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890"/>
              </a:spcAft>
              <a:buNone/>
            </a:pPr>
            <a:r>
              <a:t/>
            </a:r>
            <a:endParaRPr sz="2076">
              <a:latin typeface="DM Sans"/>
              <a:ea typeface="DM Sans"/>
              <a:cs typeface="DM Sans"/>
              <a:sym typeface="DM Sans"/>
            </a:endParaRPr>
          </a:p>
        </p:txBody>
      </p:sp>
      <p:sp>
        <p:nvSpPr>
          <p:cNvPr id="224" name="Google Shape;224;g3ec4c662846_0_297"/>
          <p:cNvSpPr/>
          <p:nvPr/>
        </p:nvSpPr>
        <p:spPr>
          <a:xfrm>
            <a:off x="142175" y="382700"/>
            <a:ext cx="735300" cy="734400"/>
          </a:xfrm>
          <a:prstGeom prst="ellipse">
            <a:avLst/>
          </a:prstGeom>
          <a:solidFill>
            <a:srgbClr val="88888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2400">
                <a:solidFill>
                  <a:schemeClr val="lt1"/>
                </a:solidFill>
                <a:latin typeface="DM Sans Black"/>
                <a:ea typeface="DM Sans Black"/>
                <a:cs typeface="DM Sans Black"/>
                <a:sym typeface="DM Sans Black"/>
              </a:rPr>
              <a:t>13</a:t>
            </a:r>
            <a:endParaRPr sz="2400">
              <a:solidFill>
                <a:schemeClr val="lt1"/>
              </a:solidFill>
              <a:latin typeface="DM Sans Black"/>
              <a:ea typeface="DM Sans Black"/>
              <a:cs typeface="DM Sans Black"/>
              <a:sym typeface="DM Sans Black"/>
            </a:endParaRPr>
          </a:p>
        </p:txBody>
      </p:sp>
      <p:pic>
        <p:nvPicPr>
          <p:cNvPr id="225" name="Google Shape;225;g3ec4c662846_0_297"/>
          <p:cNvPicPr preferRelativeResize="0"/>
          <p:nvPr/>
        </p:nvPicPr>
        <p:blipFill>
          <a:blip r:embed="rId4">
            <a:alphaModFix/>
          </a:blip>
          <a:stretch>
            <a:fillRect/>
          </a:stretch>
        </p:blipFill>
        <p:spPr>
          <a:xfrm>
            <a:off x="2379303" y="1557175"/>
            <a:ext cx="13529399" cy="832209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DD7EE"/>
        </a:solidFill>
      </p:bgPr>
    </p:bg>
    <p:spTree>
      <p:nvGrpSpPr>
        <p:cNvPr id="229" name="Shape 229"/>
        <p:cNvGrpSpPr/>
        <p:nvPr/>
      </p:nvGrpSpPr>
      <p:grpSpPr>
        <a:xfrm>
          <a:off x="0" y="0"/>
          <a:ext cx="0" cy="0"/>
          <a:chOff x="0" y="0"/>
          <a:chExt cx="0" cy="0"/>
        </a:xfrm>
      </p:grpSpPr>
      <p:sp>
        <p:nvSpPr>
          <p:cNvPr id="230" name="Google Shape;230;p11"/>
          <p:cNvSpPr txBox="1"/>
          <p:nvPr/>
        </p:nvSpPr>
        <p:spPr>
          <a:xfrm>
            <a:off x="1975204" y="4404290"/>
            <a:ext cx="14337600" cy="1478400"/>
          </a:xfrm>
          <a:prstGeom prst="rect">
            <a:avLst/>
          </a:prstGeom>
          <a:noFill/>
          <a:ln>
            <a:noFill/>
          </a:ln>
        </p:spPr>
        <p:txBody>
          <a:bodyPr anchorCtr="0" anchor="ctr" bIns="0" lIns="0" spcFirstLastPara="1" rIns="0" wrap="square" tIns="0">
            <a:noAutofit/>
          </a:bodyPr>
          <a:lstStyle/>
          <a:p>
            <a:pPr indent="0" lvl="0" marL="0" marR="0" rtl="0" algn="ctr">
              <a:lnSpc>
                <a:spcPct val="115002"/>
              </a:lnSpc>
              <a:spcBef>
                <a:spcPts val="0"/>
              </a:spcBef>
              <a:spcAft>
                <a:spcPts val="0"/>
              </a:spcAft>
              <a:buNone/>
            </a:pPr>
            <a:r>
              <a:rPr i="0" lang="en-US" sz="9605" u="none" cap="none" strike="noStrike">
                <a:solidFill>
                  <a:srgbClr val="000000"/>
                </a:solidFill>
                <a:latin typeface="DM Sans Black"/>
                <a:ea typeface="DM Sans Black"/>
                <a:cs typeface="DM Sans Black"/>
                <a:sym typeface="DM Sans Black"/>
              </a:rPr>
              <a:t>¡GRACIAS!</a:t>
            </a:r>
            <a:endParaRPr>
              <a:latin typeface="DM Sans Black"/>
              <a:ea typeface="DM Sans Black"/>
              <a:cs typeface="DM Sans Black"/>
              <a:sym typeface="DM Sans Black"/>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